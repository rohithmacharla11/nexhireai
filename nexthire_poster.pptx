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9" r:id="rId4"/>
  </p:sldIdLst>
  <p:sldSz cx="21388388" cy="30275213"/>
  <p:notesSz cx="7315200" cy="9601200"/>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53">
          <p15:clr>
            <a:srgbClr val="A4A3A4"/>
          </p15:clr>
        </p15:guide>
        <p15:guide id="2" orient="horz" pos="265">
          <p15:clr>
            <a:srgbClr val="A4A3A4"/>
          </p15:clr>
        </p15:guide>
        <p15:guide id="3" orient="horz" pos="18541">
          <p15:clr>
            <a:srgbClr val="A4A3A4"/>
          </p15:clr>
        </p15:guide>
        <p15:guide id="4" orient="horz">
          <p15:clr>
            <a:srgbClr val="A4A3A4"/>
          </p15:clr>
        </p15:guide>
        <p15:guide id="5" pos="1319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21" autoAdjust="0"/>
    <p:restoredTop sz="94694" autoAdjust="0"/>
  </p:normalViewPr>
  <p:slideViewPr>
    <p:cSldViewPr snapToGrid="0" snapToObjects="1" showGuides="1">
      <p:cViewPr varScale="1">
        <p:scale>
          <a:sx n="18" d="100"/>
          <a:sy n="18" d="100"/>
        </p:scale>
        <p:origin x="2875" y="130"/>
      </p:cViewPr>
      <p:guideLst>
        <p:guide orient="horz" pos="3053"/>
        <p:guide orient="horz" pos="265"/>
        <p:guide orient="horz" pos="18541"/>
        <p:guide orient="horz"/>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0158C5BC-9A70-462C-B28D-9600239EAC64}" type="datetimeFigureOut">
              <a:rPr lang="en-US" smtClean="0"/>
              <a:pPr/>
              <a:t>11/26/2025</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E6CC2317-6751-4CD4-9995-8782DD78E936}" type="datetimeFigureOut">
              <a:rPr lang="en-US" smtClean="0"/>
              <a:pPr/>
              <a:t>11/26/2025</a:t>
            </a:fld>
            <a:endParaRPr lang="en-US" dirty="0"/>
          </a:p>
        </p:txBody>
      </p:sp>
      <p:sp>
        <p:nvSpPr>
          <p:cNvPr id="4" name="Slide Image Placeholder 3"/>
          <p:cNvSpPr>
            <a:spLocks noGrp="1" noRot="1" noChangeAspect="1"/>
          </p:cNvSpPr>
          <p:nvPr>
            <p:ph type="sldImg" idx="2"/>
          </p:nvPr>
        </p:nvSpPr>
        <p:spPr>
          <a:xfrm>
            <a:off x="2386013" y="720725"/>
            <a:ext cx="2543175" cy="3600450"/>
          </a:xfrm>
          <a:prstGeom prst="rect">
            <a:avLst/>
          </a:prstGeom>
          <a:noFill/>
          <a:ln w="12700">
            <a:solidFill>
              <a:prstClr val="black"/>
            </a:solidFill>
          </a:ln>
        </p:spPr>
        <p:txBody>
          <a:bodyPr vert="horz" lIns="96647" tIns="48324" rIns="96647" bIns="48324" rtlCol="0" anchor="ctr"/>
          <a:lstStyle/>
          <a:p>
            <a:endParaRPr lang="en-US" dirty="0"/>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47" tIns="48324" rIns="96647" bIns="4832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2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4800969"/>
            <a:ext cx="10101856"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278324"/>
            <a:ext cx="10093882"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2222236"/>
            <a:ext cx="10096349"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278324"/>
            <a:ext cx="10093752"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4800969"/>
            <a:ext cx="10093752"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2238205"/>
            <a:ext cx="10090978"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2799297"/>
            <a:ext cx="10094847"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2768389"/>
            <a:ext cx="10085926"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3343627"/>
            <a:ext cx="10090978"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2784644"/>
            <a:ext cx="10102728"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15" name="Text Placeholder 76"/>
          <p:cNvSpPr>
            <a:spLocks noGrp="1"/>
          </p:cNvSpPr>
          <p:nvPr>
            <p:ph type="body" sz="quarter" idx="150" hasCustomPrompt="1"/>
          </p:nvPr>
        </p:nvSpPr>
        <p:spPr>
          <a:xfrm>
            <a:off x="2890078" y="2465707"/>
            <a:ext cx="15608232" cy="609214"/>
          </a:xfrm>
          <a:prstGeom prst="rect">
            <a:avLst/>
          </a:prstGeom>
        </p:spPr>
        <p:txBody>
          <a:bodyPr lIns="54681" tIns="27341" rIns="54681" bIns="27341" anchor="t" anchorCtr="0">
            <a:spAutoFit/>
          </a:bodyPr>
          <a:lstStyle>
            <a:lvl1pPr marL="0" indent="0" algn="ctr">
              <a:buFontTx/>
              <a:buNone/>
              <a:defRPr sz="3600">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16" name="Text Placeholder 76"/>
          <p:cNvSpPr>
            <a:spLocks noGrp="1"/>
          </p:cNvSpPr>
          <p:nvPr>
            <p:ph type="body" sz="quarter" idx="151" hasCustomPrompt="1"/>
          </p:nvPr>
        </p:nvSpPr>
        <p:spPr>
          <a:xfrm>
            <a:off x="2890078" y="1640683"/>
            <a:ext cx="15608232" cy="799561"/>
          </a:xfrm>
          <a:prstGeom prst="rect">
            <a:avLst/>
          </a:prstGeom>
        </p:spPr>
        <p:txBody>
          <a:bodyPr lIns="54681" tIns="27341" rIns="54681" bIns="27341" anchor="t" anchorCtr="0">
            <a:spAutoFit/>
          </a:bodyPr>
          <a:lstStyle>
            <a:lvl1pPr marL="0" indent="0" algn="ctr">
              <a:buFontTx/>
              <a:buNone/>
              <a:defRPr sz="48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17" name="Text Placeholder 76"/>
          <p:cNvSpPr>
            <a:spLocks noGrp="1"/>
          </p:cNvSpPr>
          <p:nvPr>
            <p:ph type="body" sz="quarter" idx="153" hasCustomPrompt="1"/>
          </p:nvPr>
        </p:nvSpPr>
        <p:spPr>
          <a:xfrm>
            <a:off x="2890078" y="413973"/>
            <a:ext cx="15608232" cy="1163816"/>
          </a:xfrm>
          <a:prstGeom prst="rect">
            <a:avLst/>
          </a:prstGeom>
        </p:spPr>
        <p:txBody>
          <a:bodyPr lIns="54681" tIns="27341" rIns="54681" bIns="27341" anchor="t" anchorCtr="0">
            <a:spAutoFit/>
          </a:bodyPr>
          <a:lstStyle>
            <a:lvl1pPr marL="0" indent="0" algn="ctr">
              <a:buFontTx/>
              <a:buNone/>
              <a:defRPr sz="72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4800969"/>
            <a:ext cx="10101856"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278324"/>
            <a:ext cx="10093882"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2222236"/>
            <a:ext cx="10096349"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278324"/>
            <a:ext cx="10093752"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4800969"/>
            <a:ext cx="10093752"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2238205"/>
            <a:ext cx="10090978"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2799297"/>
            <a:ext cx="10094847"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2768389"/>
            <a:ext cx="10085926"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3343627"/>
            <a:ext cx="10090978"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2784644"/>
            <a:ext cx="10102728"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18" name="Text Placeholder 76">
            <a:extLst>
              <a:ext uri="{FF2B5EF4-FFF2-40B4-BE49-F238E27FC236}">
                <a16:creationId xmlns:a16="http://schemas.microsoft.com/office/drawing/2014/main" id="{621962F0-2FB5-7C42-B101-5B01FD1A207F}"/>
              </a:ext>
            </a:extLst>
          </p:cNvPr>
          <p:cNvSpPr>
            <a:spLocks noGrp="1"/>
          </p:cNvSpPr>
          <p:nvPr>
            <p:ph type="body" sz="quarter" idx="150" hasCustomPrompt="1"/>
          </p:nvPr>
        </p:nvSpPr>
        <p:spPr>
          <a:xfrm>
            <a:off x="2890078" y="2465707"/>
            <a:ext cx="15608232" cy="609214"/>
          </a:xfrm>
          <a:prstGeom prst="rect">
            <a:avLst/>
          </a:prstGeom>
        </p:spPr>
        <p:txBody>
          <a:bodyPr lIns="54681" tIns="27341" rIns="54681" bIns="27341" anchor="t" anchorCtr="0">
            <a:spAutoFit/>
          </a:bodyPr>
          <a:lstStyle>
            <a:lvl1pPr marL="0" indent="0" algn="ctr">
              <a:buFontTx/>
              <a:buNone/>
              <a:defRPr sz="3600">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19" name="Text Placeholder 76">
            <a:extLst>
              <a:ext uri="{FF2B5EF4-FFF2-40B4-BE49-F238E27FC236}">
                <a16:creationId xmlns:a16="http://schemas.microsoft.com/office/drawing/2014/main" id="{19D0876B-0DFC-D445-BDA3-8DF0B7139E59}"/>
              </a:ext>
            </a:extLst>
          </p:cNvPr>
          <p:cNvSpPr>
            <a:spLocks noGrp="1"/>
          </p:cNvSpPr>
          <p:nvPr>
            <p:ph type="body" sz="quarter" idx="151" hasCustomPrompt="1"/>
          </p:nvPr>
        </p:nvSpPr>
        <p:spPr>
          <a:xfrm>
            <a:off x="2890078" y="1640683"/>
            <a:ext cx="15608232" cy="799561"/>
          </a:xfrm>
          <a:prstGeom prst="rect">
            <a:avLst/>
          </a:prstGeom>
        </p:spPr>
        <p:txBody>
          <a:bodyPr lIns="54681" tIns="27341" rIns="54681" bIns="27341" anchor="t" anchorCtr="0">
            <a:spAutoFit/>
          </a:bodyPr>
          <a:lstStyle>
            <a:lvl1pPr marL="0" indent="0" algn="ctr">
              <a:buFontTx/>
              <a:buNone/>
              <a:defRPr sz="48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21" name="Text Placeholder 76">
            <a:extLst>
              <a:ext uri="{FF2B5EF4-FFF2-40B4-BE49-F238E27FC236}">
                <a16:creationId xmlns:a16="http://schemas.microsoft.com/office/drawing/2014/main" id="{1A5071DD-38FF-0047-B9F0-D7FF3F4A2D58}"/>
              </a:ext>
            </a:extLst>
          </p:cNvPr>
          <p:cNvSpPr>
            <a:spLocks noGrp="1"/>
          </p:cNvSpPr>
          <p:nvPr>
            <p:ph type="body" sz="quarter" idx="153" hasCustomPrompt="1"/>
          </p:nvPr>
        </p:nvSpPr>
        <p:spPr>
          <a:xfrm>
            <a:off x="2890078" y="413973"/>
            <a:ext cx="15608232" cy="1163816"/>
          </a:xfrm>
          <a:prstGeom prst="rect">
            <a:avLst/>
          </a:prstGeom>
        </p:spPr>
        <p:txBody>
          <a:bodyPr lIns="54681" tIns="27341" rIns="54681" bIns="27341" anchor="t" anchorCtr="0">
            <a:spAutoFit/>
          </a:bodyPr>
          <a:lstStyle>
            <a:lvl1pPr marL="0" indent="0" algn="ctr">
              <a:buFontTx/>
              <a:buNone/>
              <a:defRPr sz="72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val="280272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0238" y="4664708"/>
            <a:ext cx="4900732"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459085" y="4103614"/>
            <a:ext cx="4896865" cy="553829"/>
          </a:xfrm>
          <a:prstGeom prst="rect">
            <a:avLst/>
          </a:prstGeom>
          <a:noFill/>
        </p:spPr>
        <p:txBody>
          <a:bodyPr lIns="63307" tIns="63307" rIns="63307" bIns="63307" anchor="t" anchorCtr="0">
            <a:spAutoFit/>
          </a:bodyPr>
          <a:lstStyle>
            <a:lvl1pPr marL="0" indent="0" algn="ctr">
              <a:buNone/>
              <a:defRPr sz="2800" b="1" u="sng" baseline="0">
                <a:solidFill>
                  <a:schemeClr val="tx1"/>
                </a:solidFill>
              </a:defRPr>
            </a:lvl1pPr>
          </a:lstStyle>
          <a:p>
            <a:pPr lvl="0"/>
            <a:r>
              <a:rPr lang="en-US" dirty="0"/>
              <a:t>(click to add) ABSTRACT</a:t>
            </a:r>
          </a:p>
        </p:txBody>
      </p:sp>
      <p:sp>
        <p:nvSpPr>
          <p:cNvPr id="19" name="Text Placeholder 3"/>
          <p:cNvSpPr>
            <a:spLocks noGrp="1"/>
          </p:cNvSpPr>
          <p:nvPr>
            <p:ph type="body" sz="quarter" idx="19" hasCustomPrompt="1"/>
          </p:nvPr>
        </p:nvSpPr>
        <p:spPr>
          <a:xfrm>
            <a:off x="449463" y="12477489"/>
            <a:ext cx="4901505"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459083" y="11945926"/>
            <a:ext cx="4897637"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5656101" y="4657408"/>
            <a:ext cx="10096977"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5656103" y="4103614"/>
            <a:ext cx="10096977"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5656103" y="18818247"/>
            <a:ext cx="10096977"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5656103" y="18257156"/>
            <a:ext cx="10096977"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5956036" y="4103614"/>
            <a:ext cx="4895959"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5956036" y="4664708"/>
            <a:ext cx="4895959"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5953263" y="12001316"/>
            <a:ext cx="4895959" cy="566030"/>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5984662" y="12562407"/>
            <a:ext cx="4860425" cy="634878"/>
          </a:xfrm>
          <a:prstGeom prst="rect">
            <a:avLst/>
          </a:prstGeom>
        </p:spPr>
        <p:txBody>
          <a:bodyPr wrap="square" lIns="158267" tIns="158267" rIns="158267" bIns="158267" anchor="t" anchorCtr="0">
            <a:spAutoFit/>
          </a:bodyPr>
          <a:lstStyle>
            <a:lvl1pPr marL="0" indent="0">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5956036" y="22924632"/>
            <a:ext cx="4895959" cy="553829"/>
          </a:xfrm>
          <a:prstGeom prst="rect">
            <a:avLst/>
          </a:prstGeom>
          <a:noFill/>
        </p:spPr>
        <p:txBody>
          <a:bodyPr wrap="square" lIns="63307" tIns="63307" rIns="63307" bIns="63307" anchor="t" anchorCtr="0">
            <a:spAutoFit/>
          </a:bodyPr>
          <a:lstStyle>
            <a:lvl1pPr marL="0" indent="0" algn="ctr">
              <a:buNone/>
              <a:defRPr sz="2800" b="1" u="sng" baseline="0">
                <a:solidFill>
                  <a:schemeClr val="tx1"/>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5946674" y="23534316"/>
            <a:ext cx="4898411" cy="634878"/>
          </a:xfrm>
          <a:prstGeom prst="rect">
            <a:avLst/>
          </a:prstGeom>
        </p:spPr>
        <p:txBody>
          <a:bodyPr wrap="square" lIns="158267" tIns="158267" rIns="158267" bIns="158267" anchor="t" anchorCtr="0">
            <a:spAutoFit/>
          </a:bodyPr>
          <a:lstStyle>
            <a:lvl1pPr marL="47625" indent="-47625">
              <a:buNone/>
              <a:defRPr sz="2000">
                <a:solidFill>
                  <a:schemeClr val="tx1"/>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Enter your text here</a:t>
            </a:r>
          </a:p>
        </p:txBody>
      </p:sp>
      <p:sp>
        <p:nvSpPr>
          <p:cNvPr id="31" name="Text Placeholder 76">
            <a:extLst>
              <a:ext uri="{FF2B5EF4-FFF2-40B4-BE49-F238E27FC236}">
                <a16:creationId xmlns:a16="http://schemas.microsoft.com/office/drawing/2014/main" id="{8B073039-F8EE-AC4E-B79D-F493066990AA}"/>
              </a:ext>
            </a:extLst>
          </p:cNvPr>
          <p:cNvSpPr>
            <a:spLocks noGrp="1"/>
          </p:cNvSpPr>
          <p:nvPr>
            <p:ph type="body" sz="quarter" idx="150" hasCustomPrompt="1"/>
          </p:nvPr>
        </p:nvSpPr>
        <p:spPr>
          <a:xfrm>
            <a:off x="2890078" y="2465707"/>
            <a:ext cx="15608232" cy="609214"/>
          </a:xfrm>
          <a:prstGeom prst="rect">
            <a:avLst/>
          </a:prstGeom>
        </p:spPr>
        <p:txBody>
          <a:bodyPr lIns="54681" tIns="27341" rIns="54681" bIns="27341" anchor="t" anchorCtr="0">
            <a:spAutoFit/>
          </a:bodyPr>
          <a:lstStyle>
            <a:lvl1pPr marL="0" indent="0" algn="ctr">
              <a:buFontTx/>
              <a:buNone/>
              <a:defRPr sz="3600">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32" name="Text Placeholder 76">
            <a:extLst>
              <a:ext uri="{FF2B5EF4-FFF2-40B4-BE49-F238E27FC236}">
                <a16:creationId xmlns:a16="http://schemas.microsoft.com/office/drawing/2014/main" id="{D4BA4B61-C743-3044-AE3B-DF5FF259D379}"/>
              </a:ext>
            </a:extLst>
          </p:cNvPr>
          <p:cNvSpPr>
            <a:spLocks noGrp="1"/>
          </p:cNvSpPr>
          <p:nvPr>
            <p:ph type="body" sz="quarter" idx="151" hasCustomPrompt="1"/>
          </p:nvPr>
        </p:nvSpPr>
        <p:spPr>
          <a:xfrm>
            <a:off x="2890078" y="1640683"/>
            <a:ext cx="15608232" cy="799561"/>
          </a:xfrm>
          <a:prstGeom prst="rect">
            <a:avLst/>
          </a:prstGeom>
        </p:spPr>
        <p:txBody>
          <a:bodyPr lIns="54681" tIns="27341" rIns="54681" bIns="27341" anchor="t" anchorCtr="0">
            <a:spAutoFit/>
          </a:bodyPr>
          <a:lstStyle>
            <a:lvl1pPr marL="0" indent="0" algn="ctr">
              <a:buFontTx/>
              <a:buNone/>
              <a:defRPr sz="48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33" name="Text Placeholder 76">
            <a:extLst>
              <a:ext uri="{FF2B5EF4-FFF2-40B4-BE49-F238E27FC236}">
                <a16:creationId xmlns:a16="http://schemas.microsoft.com/office/drawing/2014/main" id="{70BFD1C3-BD8D-B849-B89A-7B922025D675}"/>
              </a:ext>
            </a:extLst>
          </p:cNvPr>
          <p:cNvSpPr>
            <a:spLocks noGrp="1"/>
          </p:cNvSpPr>
          <p:nvPr>
            <p:ph type="body" sz="quarter" idx="153" hasCustomPrompt="1"/>
          </p:nvPr>
        </p:nvSpPr>
        <p:spPr>
          <a:xfrm>
            <a:off x="2890078" y="413973"/>
            <a:ext cx="15608232" cy="1163816"/>
          </a:xfrm>
          <a:prstGeom prst="rect">
            <a:avLst/>
          </a:prstGeom>
        </p:spPr>
        <p:txBody>
          <a:bodyPr lIns="54681" tIns="27341" rIns="54681" bIns="27341" anchor="t" anchorCtr="0">
            <a:spAutoFit/>
          </a:bodyPr>
          <a:lstStyle>
            <a:lvl1pPr marL="0" indent="0" algn="ctr">
              <a:buFontTx/>
              <a:buNone/>
              <a:defRPr sz="7200" b="1">
                <a:solidFill>
                  <a:schemeClr val="bg1"/>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 name="Rounded Rectangle 39"/>
          <p:cNvSpPr/>
          <p:nvPr userDrawn="1"/>
        </p:nvSpPr>
        <p:spPr>
          <a:xfrm>
            <a:off x="410163"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10867092"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p:cNvGrpSpPr/>
          <p:nvPr userDrawn="1"/>
        </p:nvGrpSpPr>
        <p:grpSpPr>
          <a:xfrm rot="10800000">
            <a:off x="-33056" y="28779870"/>
            <a:ext cx="21449567" cy="1502229"/>
            <a:chOff x="-14192" y="1382"/>
            <a:chExt cx="27451941" cy="4572641"/>
          </a:xfrm>
        </p:grpSpPr>
        <p:sp>
          <p:nvSpPr>
            <p:cNvPr id="76" name="Rectangle 16"/>
            <p:cNvSpPr/>
            <p:nvPr userDrawn="1"/>
          </p:nvSpPr>
          <p:spPr>
            <a:xfrm>
              <a:off x="4001" y="707796"/>
              <a:ext cx="27429212" cy="3866227"/>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Rectangle 16"/>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Rectangle 15"/>
            <p:cNvSpPr/>
            <p:nvPr userDrawn="1"/>
          </p:nvSpPr>
          <p:spPr>
            <a:xfrm>
              <a:off x="-14192" y="1382"/>
              <a:ext cx="27451941" cy="4570666"/>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sp>
        <p:nvSpPr>
          <p:cNvPr id="79" name="Text Box 14"/>
          <p:cNvSpPr txBox="1">
            <a:spLocks noChangeArrowheads="1"/>
          </p:cNvSpPr>
          <p:nvPr userDrawn="1"/>
        </p:nvSpPr>
        <p:spPr bwMode="auto">
          <a:xfrm>
            <a:off x="888800" y="29628345"/>
            <a:ext cx="3786383" cy="329308"/>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graphicFrame>
        <p:nvGraphicFramePr>
          <p:cNvPr id="43" name="Table 42">
            <a:extLst>
              <a:ext uri="{FF2B5EF4-FFF2-40B4-BE49-F238E27FC236}">
                <a16:creationId xmlns:a16="http://schemas.microsoft.com/office/drawing/2014/main" id="{78830647-0605-644E-87DE-1C8FF05F1BB0}"/>
              </a:ext>
            </a:extLst>
          </p:cNvPr>
          <p:cNvGraphicFramePr>
            <a:graphicFrameLocks noGrp="1"/>
          </p:cNvGraphicFramePr>
          <p:nvPr userDrawn="1">
            <p:extLst>
              <p:ext uri="{D42A27DB-BD31-4B8C-83A1-F6EECF244321}">
                <p14:modId xmlns:p14="http://schemas.microsoft.com/office/powerpoint/2010/main"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5" name="Table 14">
            <a:extLst>
              <a:ext uri="{FF2B5EF4-FFF2-40B4-BE49-F238E27FC236}">
                <a16:creationId xmlns:a16="http://schemas.microsoft.com/office/drawing/2014/main" id="{CD9D4CC2-1157-43DD-960E-C08C07320613}"/>
              </a:ext>
            </a:extLst>
          </p:cNvPr>
          <p:cNvGraphicFramePr>
            <a:graphicFrameLocks noGrp="1"/>
          </p:cNvGraphicFramePr>
          <p:nvPr userDrawn="1">
            <p:extLst>
              <p:ext uri="{D42A27DB-BD31-4B8C-83A1-F6EECF244321}">
                <p14:modId xmlns:p14="http://schemas.microsoft.com/office/powerpoint/2010/main" val="3584649807"/>
              </p:ext>
            </p:extLst>
          </p:nvPr>
        </p:nvGraphicFramePr>
        <p:xfrm>
          <a:off x="21937684" y="-142032"/>
          <a:ext cx="8060660" cy="3076414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grpSp>
        <p:nvGrpSpPr>
          <p:cNvPr id="16" name="Group 15">
            <a:extLst>
              <a:ext uri="{FF2B5EF4-FFF2-40B4-BE49-F238E27FC236}">
                <a16:creationId xmlns:a16="http://schemas.microsoft.com/office/drawing/2014/main" id="{47DAD231-F1EE-4540-B904-03E5CEA3E532}"/>
              </a:ext>
            </a:extLst>
          </p:cNvPr>
          <p:cNvGrpSpPr/>
          <p:nvPr userDrawn="1"/>
        </p:nvGrpSpPr>
        <p:grpSpPr>
          <a:xfrm>
            <a:off x="-43304" y="-142032"/>
            <a:ext cx="21459815" cy="3695335"/>
            <a:chOff x="-43304" y="11286"/>
            <a:chExt cx="43905392" cy="4120075"/>
          </a:xfrm>
        </p:grpSpPr>
        <p:sp>
          <p:nvSpPr>
            <p:cNvPr id="17" name="Rectangle 16">
              <a:extLst>
                <a:ext uri="{FF2B5EF4-FFF2-40B4-BE49-F238E27FC236}">
                  <a16:creationId xmlns:a16="http://schemas.microsoft.com/office/drawing/2014/main" id="{46B63894-724F-3F4D-AE1B-CBFA9B02EBC0}"/>
                </a:ext>
              </a:extLst>
            </p:cNvPr>
            <p:cNvSpPr/>
            <p:nvPr userDrawn="1"/>
          </p:nvSpPr>
          <p:spPr>
            <a:xfrm>
              <a:off x="-1" y="1106328"/>
              <a:ext cx="43854834" cy="3025033"/>
            </a:xfrm>
            <a:prstGeom prst="rect">
              <a:avLst/>
            </a:prstGeom>
            <a:gradFill flip="none" rotWithShape="1">
              <a:gsLst>
                <a:gs pos="0">
                  <a:schemeClr val="accent6"/>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21CCD5A6-6B9D-A54C-AE2A-9592362E374C}"/>
                </a:ext>
              </a:extLst>
            </p:cNvPr>
            <p:cNvGrpSpPr/>
            <p:nvPr userDrawn="1"/>
          </p:nvGrpSpPr>
          <p:grpSpPr>
            <a:xfrm>
              <a:off x="-43304" y="11286"/>
              <a:ext cx="43905392" cy="4036528"/>
              <a:chOff x="-14192" y="1382"/>
              <a:chExt cx="27451941" cy="4572641"/>
            </a:xfrm>
          </p:grpSpPr>
          <p:sp>
            <p:nvSpPr>
              <p:cNvPr id="19" name="Rectangle 16">
                <a:extLst>
                  <a:ext uri="{FF2B5EF4-FFF2-40B4-BE49-F238E27FC236}">
                    <a16:creationId xmlns:a16="http://schemas.microsoft.com/office/drawing/2014/main" id="{748D5313-3B37-B04D-ABFB-7F84D7260244}"/>
                  </a:ext>
                </a:extLst>
              </p:cNvPr>
              <p:cNvSpPr/>
              <p:nvPr userDrawn="1"/>
            </p:nvSpPr>
            <p:spPr>
              <a:xfrm>
                <a:off x="4001" y="707797"/>
                <a:ext cx="27429212" cy="3866226"/>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6">
                <a:extLst>
                  <a:ext uri="{FF2B5EF4-FFF2-40B4-BE49-F238E27FC236}">
                    <a16:creationId xmlns:a16="http://schemas.microsoft.com/office/drawing/2014/main" id="{3476CBDF-3A09-5E4F-AE33-FA501DBEB945}"/>
                  </a:ext>
                </a:extLst>
              </p:cNvPr>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29155E73-85F0-884E-929D-BF5801321DB6}"/>
                  </a:ext>
                </a:extLst>
              </p:cNvPr>
              <p:cNvSpPr/>
              <p:nvPr userDrawn="1"/>
            </p:nvSpPr>
            <p:spPr>
              <a:xfrm>
                <a:off x="-14192" y="1382"/>
                <a:ext cx="27451941" cy="4570665"/>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 name="Rounded Rectangle 39"/>
          <p:cNvSpPr/>
          <p:nvPr userDrawn="1"/>
        </p:nvSpPr>
        <p:spPr>
          <a:xfrm>
            <a:off x="410163"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p:cNvSpPr/>
          <p:nvPr userDrawn="1"/>
        </p:nvSpPr>
        <p:spPr>
          <a:xfrm>
            <a:off x="10867092" y="3949273"/>
            <a:ext cx="10105386" cy="24571786"/>
          </a:xfrm>
          <a:prstGeom prst="roundRect">
            <a:avLst>
              <a:gd name="adj" fmla="val 3888"/>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p:cNvGrpSpPr/>
          <p:nvPr userDrawn="1"/>
        </p:nvGrpSpPr>
        <p:grpSpPr>
          <a:xfrm rot="10800000">
            <a:off x="-33056" y="28779870"/>
            <a:ext cx="21449567" cy="1502229"/>
            <a:chOff x="-14192" y="1382"/>
            <a:chExt cx="27451941" cy="4572641"/>
          </a:xfrm>
        </p:grpSpPr>
        <p:sp>
          <p:nvSpPr>
            <p:cNvPr id="76" name="Rectangle 16"/>
            <p:cNvSpPr/>
            <p:nvPr userDrawn="1"/>
          </p:nvSpPr>
          <p:spPr>
            <a:xfrm>
              <a:off x="4001" y="707796"/>
              <a:ext cx="27429212" cy="3866227"/>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Rectangle 16"/>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Rectangle 15"/>
            <p:cNvSpPr/>
            <p:nvPr userDrawn="1"/>
          </p:nvSpPr>
          <p:spPr>
            <a:xfrm>
              <a:off x="-14192" y="1382"/>
              <a:ext cx="27451941" cy="4570666"/>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sp>
        <p:nvSpPr>
          <p:cNvPr id="79" name="Text Box 14"/>
          <p:cNvSpPr txBox="1">
            <a:spLocks noChangeArrowheads="1"/>
          </p:cNvSpPr>
          <p:nvPr userDrawn="1"/>
        </p:nvSpPr>
        <p:spPr bwMode="auto">
          <a:xfrm>
            <a:off x="888800" y="29628345"/>
            <a:ext cx="3786383" cy="329308"/>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graphicFrame>
        <p:nvGraphicFramePr>
          <p:cNvPr id="43" name="Table 42">
            <a:extLst>
              <a:ext uri="{FF2B5EF4-FFF2-40B4-BE49-F238E27FC236}">
                <a16:creationId xmlns:a16="http://schemas.microsoft.com/office/drawing/2014/main" id="{78830647-0605-644E-87DE-1C8FF05F1BB0}"/>
              </a:ext>
            </a:extLst>
          </p:cNvPr>
          <p:cNvGraphicFramePr>
            <a:graphicFrameLocks noGrp="1"/>
          </p:cNvGraphicFramePr>
          <p:nvPr userDrawn="1">
            <p:extLst>
              <p:ext uri="{D42A27DB-BD31-4B8C-83A1-F6EECF244321}">
                <p14:modId xmlns:p14="http://schemas.microsoft.com/office/powerpoint/2010/main" val="749288607"/>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5" name="Table 14">
            <a:extLst>
              <a:ext uri="{FF2B5EF4-FFF2-40B4-BE49-F238E27FC236}">
                <a16:creationId xmlns:a16="http://schemas.microsoft.com/office/drawing/2014/main" id="{DDFEDA53-8B84-40D8-A34B-98DA4F7BA669}"/>
              </a:ext>
            </a:extLst>
          </p:cNvPr>
          <p:cNvGraphicFramePr>
            <a:graphicFrameLocks noGrp="1"/>
          </p:cNvGraphicFramePr>
          <p:nvPr userDrawn="1">
            <p:extLst>
              <p:ext uri="{D42A27DB-BD31-4B8C-83A1-F6EECF244321}">
                <p14:modId xmlns:p14="http://schemas.microsoft.com/office/powerpoint/2010/main" val="3584649807"/>
              </p:ext>
            </p:extLst>
          </p:nvPr>
        </p:nvGraphicFramePr>
        <p:xfrm>
          <a:off x="21937684" y="-142032"/>
          <a:ext cx="8060660" cy="3076414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grpSp>
        <p:nvGrpSpPr>
          <p:cNvPr id="16" name="Group 15">
            <a:extLst>
              <a:ext uri="{FF2B5EF4-FFF2-40B4-BE49-F238E27FC236}">
                <a16:creationId xmlns:a16="http://schemas.microsoft.com/office/drawing/2014/main" id="{CADFE678-575D-514A-9142-16B6964A214D}"/>
              </a:ext>
            </a:extLst>
          </p:cNvPr>
          <p:cNvGrpSpPr/>
          <p:nvPr userDrawn="1"/>
        </p:nvGrpSpPr>
        <p:grpSpPr>
          <a:xfrm>
            <a:off x="-43304" y="-142032"/>
            <a:ext cx="21459815" cy="3695335"/>
            <a:chOff x="-43304" y="11286"/>
            <a:chExt cx="43905392" cy="4120075"/>
          </a:xfrm>
        </p:grpSpPr>
        <p:sp>
          <p:nvSpPr>
            <p:cNvPr id="17" name="Rectangle 16">
              <a:extLst>
                <a:ext uri="{FF2B5EF4-FFF2-40B4-BE49-F238E27FC236}">
                  <a16:creationId xmlns:a16="http://schemas.microsoft.com/office/drawing/2014/main" id="{057C816D-9315-EF42-A4FF-68B83C966F18}"/>
                </a:ext>
              </a:extLst>
            </p:cNvPr>
            <p:cNvSpPr/>
            <p:nvPr userDrawn="1"/>
          </p:nvSpPr>
          <p:spPr>
            <a:xfrm>
              <a:off x="-1" y="1106328"/>
              <a:ext cx="43854834" cy="3025033"/>
            </a:xfrm>
            <a:prstGeom prst="rect">
              <a:avLst/>
            </a:prstGeom>
            <a:gradFill flip="none" rotWithShape="1">
              <a:gsLst>
                <a:gs pos="0">
                  <a:schemeClr val="accent6"/>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01F2ADAF-6897-4740-BAA2-1ADAA7F01EAD}"/>
                </a:ext>
              </a:extLst>
            </p:cNvPr>
            <p:cNvGrpSpPr/>
            <p:nvPr userDrawn="1"/>
          </p:nvGrpSpPr>
          <p:grpSpPr>
            <a:xfrm>
              <a:off x="-43304" y="11286"/>
              <a:ext cx="43905392" cy="4036528"/>
              <a:chOff x="-14192" y="1382"/>
              <a:chExt cx="27451941" cy="4572641"/>
            </a:xfrm>
          </p:grpSpPr>
          <p:sp>
            <p:nvSpPr>
              <p:cNvPr id="19" name="Rectangle 16">
                <a:extLst>
                  <a:ext uri="{FF2B5EF4-FFF2-40B4-BE49-F238E27FC236}">
                    <a16:creationId xmlns:a16="http://schemas.microsoft.com/office/drawing/2014/main" id="{DCBEEE5D-C1CD-2B40-8814-7A2B5D88B368}"/>
                  </a:ext>
                </a:extLst>
              </p:cNvPr>
              <p:cNvSpPr/>
              <p:nvPr userDrawn="1"/>
            </p:nvSpPr>
            <p:spPr>
              <a:xfrm>
                <a:off x="4001" y="707797"/>
                <a:ext cx="27429212" cy="3866226"/>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6">
                <a:extLst>
                  <a:ext uri="{FF2B5EF4-FFF2-40B4-BE49-F238E27FC236}">
                    <a16:creationId xmlns:a16="http://schemas.microsoft.com/office/drawing/2014/main" id="{5ADB6F1A-D59F-5647-B841-ED353E404227}"/>
                  </a:ext>
                </a:extLst>
              </p:cNvPr>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15">
                <a:extLst>
                  <a:ext uri="{FF2B5EF4-FFF2-40B4-BE49-F238E27FC236}">
                    <a16:creationId xmlns:a16="http://schemas.microsoft.com/office/drawing/2014/main" id="{4F24E529-9638-6A45-9C33-1461E5833F95}"/>
                  </a:ext>
                </a:extLst>
              </p:cNvPr>
              <p:cNvSpPr/>
              <p:nvPr userDrawn="1"/>
            </p:nvSpPr>
            <p:spPr>
              <a:xfrm>
                <a:off x="-14192" y="1382"/>
                <a:ext cx="27451941" cy="4570665"/>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grpSp>
    </p:spTree>
    <p:extLst>
      <p:ext uri="{BB962C8B-B14F-4D97-AF65-F5344CB8AC3E}">
        <p14:creationId xmlns:p14="http://schemas.microsoft.com/office/powerpoint/2010/main" val="22170279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 name="Rounded Rectangle 36"/>
          <p:cNvSpPr/>
          <p:nvPr userDrawn="1"/>
        </p:nvSpPr>
        <p:spPr>
          <a:xfrm>
            <a:off x="448262" y="4032656"/>
            <a:ext cx="20421441" cy="24516572"/>
          </a:xfrm>
          <a:prstGeom prst="roundRect">
            <a:avLst>
              <a:gd name="adj" fmla="val 1953"/>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p:cNvGrpSpPr/>
          <p:nvPr userDrawn="1"/>
        </p:nvGrpSpPr>
        <p:grpSpPr>
          <a:xfrm rot="10800000">
            <a:off x="-33056" y="28779870"/>
            <a:ext cx="21449567" cy="1502229"/>
            <a:chOff x="-14192" y="1382"/>
            <a:chExt cx="27451941" cy="4572641"/>
          </a:xfrm>
        </p:grpSpPr>
        <p:sp>
          <p:nvSpPr>
            <p:cNvPr id="43" name="Rectangle 16"/>
            <p:cNvSpPr/>
            <p:nvPr userDrawn="1"/>
          </p:nvSpPr>
          <p:spPr>
            <a:xfrm>
              <a:off x="4001" y="707796"/>
              <a:ext cx="27429212" cy="3866227"/>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16"/>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15"/>
            <p:cNvSpPr/>
            <p:nvPr userDrawn="1"/>
          </p:nvSpPr>
          <p:spPr>
            <a:xfrm>
              <a:off x="-14192" y="1382"/>
              <a:ext cx="27451941" cy="4570666"/>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sp>
        <p:nvSpPr>
          <p:cNvPr id="47" name="Text Box 14"/>
          <p:cNvSpPr txBox="1">
            <a:spLocks noChangeArrowheads="1"/>
          </p:cNvSpPr>
          <p:nvPr userDrawn="1"/>
        </p:nvSpPr>
        <p:spPr bwMode="auto">
          <a:xfrm>
            <a:off x="888800" y="29628345"/>
            <a:ext cx="3786383" cy="329308"/>
          </a:xfrm>
          <a:prstGeom prst="rect">
            <a:avLst/>
          </a:prstGeom>
          <a:noFill/>
          <a:ln w="9525">
            <a:noFill/>
            <a:miter lim="800000"/>
            <a:headEnd/>
            <a:tailEnd/>
          </a:ln>
          <a:effectLst/>
        </p:spPr>
        <p:txBody>
          <a:bodyPr wrap="square" lIns="78297" tIns="39141" rIns="78297" bIns="39141">
            <a:spAutoFit/>
          </a:bodyPr>
          <a:lstStyle/>
          <a:p>
            <a:pPr eaLnBrk="0" hangingPunct="0">
              <a:lnSpc>
                <a:spcPct val="65000"/>
              </a:lnSpc>
              <a:spcBef>
                <a:spcPct val="50000"/>
              </a:spcBef>
              <a:defRPr/>
            </a:pPr>
            <a:r>
              <a:rPr lang="en-US" sz="6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050" b="1" dirty="0">
                <a:solidFill>
                  <a:schemeClr val="bg1">
                    <a:lumMod val="75000"/>
                  </a:schemeClr>
                </a:solidFill>
                <a:latin typeface="Arial" charset="0"/>
              </a:rPr>
              <a:t>www.PosterPresentations.com</a:t>
            </a:r>
          </a:p>
        </p:txBody>
      </p:sp>
      <p:graphicFrame>
        <p:nvGraphicFramePr>
          <p:cNvPr id="49" name="Table 48">
            <a:extLst>
              <a:ext uri="{FF2B5EF4-FFF2-40B4-BE49-F238E27FC236}">
                <a16:creationId xmlns:a16="http://schemas.microsoft.com/office/drawing/2014/main" id="{2AFE5F2C-BB0A-4649-B00B-DE9D462AF6DB}"/>
              </a:ext>
            </a:extLst>
          </p:cNvPr>
          <p:cNvGraphicFramePr>
            <a:graphicFrameLocks noGrp="1"/>
          </p:cNvGraphicFramePr>
          <p:nvPr userDrawn="1">
            <p:extLst>
              <p:ext uri="{D42A27DB-BD31-4B8C-83A1-F6EECF244321}">
                <p14:modId xmlns:p14="http://schemas.microsoft.com/office/powerpoint/2010/main" val="2060074139"/>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4" name="Table 13">
            <a:extLst>
              <a:ext uri="{FF2B5EF4-FFF2-40B4-BE49-F238E27FC236}">
                <a16:creationId xmlns:a16="http://schemas.microsoft.com/office/drawing/2014/main" id="{BDB74FE4-238B-438E-8119-935C79D0A4FA}"/>
              </a:ext>
            </a:extLst>
          </p:cNvPr>
          <p:cNvGraphicFramePr>
            <a:graphicFrameLocks noGrp="1"/>
          </p:cNvGraphicFramePr>
          <p:nvPr userDrawn="1">
            <p:extLst>
              <p:ext uri="{D42A27DB-BD31-4B8C-83A1-F6EECF244321}">
                <p14:modId xmlns:p14="http://schemas.microsoft.com/office/powerpoint/2010/main" val="3584649807"/>
              </p:ext>
            </p:extLst>
          </p:nvPr>
        </p:nvGraphicFramePr>
        <p:xfrm>
          <a:off x="21937684" y="-142032"/>
          <a:ext cx="8060660" cy="30764142"/>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205727">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93258">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08046">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9768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508563">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79433">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69361">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5907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824517">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grpSp>
        <p:nvGrpSpPr>
          <p:cNvPr id="15" name="Group 14">
            <a:extLst>
              <a:ext uri="{FF2B5EF4-FFF2-40B4-BE49-F238E27FC236}">
                <a16:creationId xmlns:a16="http://schemas.microsoft.com/office/drawing/2014/main" id="{8D8B584D-2CB6-8444-84AD-64E767911DE1}"/>
              </a:ext>
            </a:extLst>
          </p:cNvPr>
          <p:cNvGrpSpPr/>
          <p:nvPr userDrawn="1"/>
        </p:nvGrpSpPr>
        <p:grpSpPr>
          <a:xfrm>
            <a:off x="-43304" y="-142032"/>
            <a:ext cx="21459815" cy="3695335"/>
            <a:chOff x="-43304" y="11286"/>
            <a:chExt cx="43905392" cy="4120075"/>
          </a:xfrm>
        </p:grpSpPr>
        <p:sp>
          <p:nvSpPr>
            <p:cNvPr id="16" name="Rectangle 15">
              <a:extLst>
                <a:ext uri="{FF2B5EF4-FFF2-40B4-BE49-F238E27FC236}">
                  <a16:creationId xmlns:a16="http://schemas.microsoft.com/office/drawing/2014/main" id="{6C035EF4-3BE6-0347-B087-B7E2209E27D4}"/>
                </a:ext>
              </a:extLst>
            </p:cNvPr>
            <p:cNvSpPr/>
            <p:nvPr userDrawn="1"/>
          </p:nvSpPr>
          <p:spPr>
            <a:xfrm>
              <a:off x="-1" y="1106328"/>
              <a:ext cx="43854834" cy="3025033"/>
            </a:xfrm>
            <a:prstGeom prst="rect">
              <a:avLst/>
            </a:prstGeom>
            <a:gradFill flip="none" rotWithShape="1">
              <a:gsLst>
                <a:gs pos="0">
                  <a:schemeClr val="accent6"/>
                </a:gs>
                <a:gs pos="100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E5F562F-EC85-0345-923F-F17FFD36ECCE}"/>
                </a:ext>
              </a:extLst>
            </p:cNvPr>
            <p:cNvGrpSpPr/>
            <p:nvPr userDrawn="1"/>
          </p:nvGrpSpPr>
          <p:grpSpPr>
            <a:xfrm>
              <a:off x="-43304" y="11286"/>
              <a:ext cx="43905392" cy="4036528"/>
              <a:chOff x="-14192" y="1382"/>
              <a:chExt cx="27451941" cy="4572641"/>
            </a:xfrm>
          </p:grpSpPr>
          <p:sp>
            <p:nvSpPr>
              <p:cNvPr id="18" name="Rectangle 16">
                <a:extLst>
                  <a:ext uri="{FF2B5EF4-FFF2-40B4-BE49-F238E27FC236}">
                    <a16:creationId xmlns:a16="http://schemas.microsoft.com/office/drawing/2014/main" id="{80F25AC9-F096-CC40-A797-8F3419967775}"/>
                  </a:ext>
                </a:extLst>
              </p:cNvPr>
              <p:cNvSpPr/>
              <p:nvPr userDrawn="1"/>
            </p:nvSpPr>
            <p:spPr>
              <a:xfrm>
                <a:off x="4001" y="707797"/>
                <a:ext cx="27429212" cy="3866226"/>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32864 w 43891200"/>
                  <a:gd name="connsiteY3" fmla="*/ 3330294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589306 w 43891200"/>
                  <a:gd name="connsiteY3" fmla="*/ 3104512 h 7027483"/>
                  <a:gd name="connsiteX4" fmla="*/ 84664 w 43891200"/>
                  <a:gd name="connsiteY4" fmla="*/ 5531673 h 7027483"/>
                  <a:gd name="connsiteX5" fmla="*/ 0 w 43891200"/>
                  <a:gd name="connsiteY5" fmla="*/ 0 h 7027483"/>
                  <a:gd name="connsiteX0" fmla="*/ 0 w 43891200"/>
                  <a:gd name="connsiteY0" fmla="*/ 0 h 7272584"/>
                  <a:gd name="connsiteX1" fmla="*/ 43891200 w 43891200"/>
                  <a:gd name="connsiteY1" fmla="*/ 0 h 7272584"/>
                  <a:gd name="connsiteX2" fmla="*/ 43891200 w 43891200"/>
                  <a:gd name="connsiteY2" fmla="*/ 7027483 h 7272584"/>
                  <a:gd name="connsiteX3" fmla="*/ 37534349 w 43891200"/>
                  <a:gd name="connsiteY3" fmla="*/ 5432466 h 7272584"/>
                  <a:gd name="connsiteX4" fmla="*/ 21589306 w 43891200"/>
                  <a:gd name="connsiteY4" fmla="*/ 3104512 h 7272584"/>
                  <a:gd name="connsiteX5" fmla="*/ 84664 w 43891200"/>
                  <a:gd name="connsiteY5" fmla="*/ 5531673 h 7272584"/>
                  <a:gd name="connsiteX6" fmla="*/ 0 w 43891200"/>
                  <a:gd name="connsiteY6" fmla="*/ 0 h 7272584"/>
                  <a:gd name="connsiteX0" fmla="*/ 0 w 43891200"/>
                  <a:gd name="connsiteY0" fmla="*/ 0 h 7027483"/>
                  <a:gd name="connsiteX1" fmla="*/ 43891200 w 43891200"/>
                  <a:gd name="connsiteY1" fmla="*/ 0 h 7027483"/>
                  <a:gd name="connsiteX2" fmla="*/ 43891200 w 43891200"/>
                  <a:gd name="connsiteY2" fmla="*/ 7027483 h 7027483"/>
                  <a:gd name="connsiteX3" fmla="*/ 37534349 w 43891200"/>
                  <a:gd name="connsiteY3" fmla="*/ 5432466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589306 w 43891200"/>
                  <a:gd name="connsiteY4" fmla="*/ 3104512 h 7027483"/>
                  <a:gd name="connsiteX5" fmla="*/ 84664 w 43891200"/>
                  <a:gd name="connsiteY5" fmla="*/ 5531673 h 7027483"/>
                  <a:gd name="connsiteX6" fmla="*/ 0 w 43891200"/>
                  <a:gd name="connsiteY6"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37534347 w 43891200"/>
                  <a:gd name="connsiteY3" fmla="*/ 5179307 h 7027483"/>
                  <a:gd name="connsiteX4" fmla="*/ 21423313 w 43891200"/>
                  <a:gd name="connsiteY4" fmla="*/ 3012175 h 7027483"/>
                  <a:gd name="connsiteX5" fmla="*/ 84664 w 43891200"/>
                  <a:gd name="connsiteY5" fmla="*/ 5531673 h 7027483"/>
                  <a:gd name="connsiteX6" fmla="*/ 0 w 43891200"/>
                  <a:gd name="connsiteY6" fmla="*/ 0 h 7027483"/>
                  <a:gd name="connsiteX0" fmla="*/ 0 w 43891200"/>
                  <a:gd name="connsiteY0" fmla="*/ 0 h 6029592"/>
                  <a:gd name="connsiteX1" fmla="*/ 43891200 w 43891200"/>
                  <a:gd name="connsiteY1" fmla="*/ 0 h 6029592"/>
                  <a:gd name="connsiteX2" fmla="*/ 43852760 w 43891200"/>
                  <a:gd name="connsiteY2" fmla="*/ 6029592 h 6029592"/>
                  <a:gd name="connsiteX3" fmla="*/ 37534347 w 43891200"/>
                  <a:gd name="connsiteY3" fmla="*/ 517930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36342689 w 43891200"/>
                  <a:gd name="connsiteY3" fmla="*/ 4466527 h 6029592"/>
                  <a:gd name="connsiteX4" fmla="*/ 21423313 w 43891200"/>
                  <a:gd name="connsiteY4" fmla="*/ 3012175 h 6029592"/>
                  <a:gd name="connsiteX5" fmla="*/ 84664 w 43891200"/>
                  <a:gd name="connsiteY5" fmla="*/ 5531673 h 6029592"/>
                  <a:gd name="connsiteX6" fmla="*/ 0 w 43891200"/>
                  <a:gd name="connsiteY6" fmla="*/ 0 h 6029592"/>
                  <a:gd name="connsiteX0" fmla="*/ 0 w 43891200"/>
                  <a:gd name="connsiteY0" fmla="*/ 0 h 6079664"/>
                  <a:gd name="connsiteX1" fmla="*/ 43891200 w 43891200"/>
                  <a:gd name="connsiteY1" fmla="*/ 0 h 6079664"/>
                  <a:gd name="connsiteX2" fmla="*/ 43852760 w 43891200"/>
                  <a:gd name="connsiteY2" fmla="*/ 6029592 h 6079664"/>
                  <a:gd name="connsiteX3" fmla="*/ 21423313 w 43891200"/>
                  <a:gd name="connsiteY3" fmla="*/ 3012175 h 6079664"/>
                  <a:gd name="connsiteX4" fmla="*/ 84664 w 43891200"/>
                  <a:gd name="connsiteY4" fmla="*/ 5531673 h 6079664"/>
                  <a:gd name="connsiteX5" fmla="*/ 0 w 43891200"/>
                  <a:gd name="connsiteY5" fmla="*/ 0 h 6079664"/>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6029592"/>
                  <a:gd name="connsiteX1" fmla="*/ 43891200 w 43891200"/>
                  <a:gd name="connsiteY1" fmla="*/ 0 h 6029592"/>
                  <a:gd name="connsiteX2" fmla="*/ 43852760 w 43891200"/>
                  <a:gd name="connsiteY2" fmla="*/ 6029592 h 6029592"/>
                  <a:gd name="connsiteX3" fmla="*/ 21423313 w 43891200"/>
                  <a:gd name="connsiteY3" fmla="*/ 3012175 h 6029592"/>
                  <a:gd name="connsiteX4" fmla="*/ 84664 w 43891200"/>
                  <a:gd name="connsiteY4" fmla="*/ 5531673 h 6029592"/>
                  <a:gd name="connsiteX5" fmla="*/ 0 w 43891200"/>
                  <a:gd name="connsiteY5" fmla="*/ 0 h 6029592"/>
                  <a:gd name="connsiteX0" fmla="*/ 0 w 43891200"/>
                  <a:gd name="connsiteY0" fmla="*/ 0 h 5887037"/>
                  <a:gd name="connsiteX1" fmla="*/ 43891200 w 43891200"/>
                  <a:gd name="connsiteY1" fmla="*/ 0 h 5887037"/>
                  <a:gd name="connsiteX2" fmla="*/ 43814321 w 43891200"/>
                  <a:gd name="connsiteY2" fmla="*/ 5887037 h 5887037"/>
                  <a:gd name="connsiteX3" fmla="*/ 21423313 w 43891200"/>
                  <a:gd name="connsiteY3" fmla="*/ 3012175 h 5887037"/>
                  <a:gd name="connsiteX4" fmla="*/ 84664 w 43891200"/>
                  <a:gd name="connsiteY4" fmla="*/ 5531673 h 5887037"/>
                  <a:gd name="connsiteX5" fmla="*/ 0 w 43891200"/>
                  <a:gd name="connsiteY5" fmla="*/ 0 h 5887037"/>
                  <a:gd name="connsiteX0" fmla="*/ 0 w 43891200"/>
                  <a:gd name="connsiteY0" fmla="*/ 0 h 5745966"/>
                  <a:gd name="connsiteX1" fmla="*/ 43891200 w 43891200"/>
                  <a:gd name="connsiteY1" fmla="*/ 0 h 5745966"/>
                  <a:gd name="connsiteX2" fmla="*/ 43814319 w 43891200"/>
                  <a:gd name="connsiteY2" fmla="*/ 5745966 h 5745966"/>
                  <a:gd name="connsiteX3" fmla="*/ 21423313 w 43891200"/>
                  <a:gd name="connsiteY3" fmla="*/ 3012175 h 5745966"/>
                  <a:gd name="connsiteX4" fmla="*/ 84664 w 43891200"/>
                  <a:gd name="connsiteY4" fmla="*/ 5531673 h 5745966"/>
                  <a:gd name="connsiteX5" fmla="*/ 0 w 43891200"/>
                  <a:gd name="connsiteY5" fmla="*/ 0 h 5745966"/>
                  <a:gd name="connsiteX0" fmla="*/ 0 w 43891200"/>
                  <a:gd name="connsiteY0" fmla="*/ 0 h 5774180"/>
                  <a:gd name="connsiteX1" fmla="*/ 43891200 w 43891200"/>
                  <a:gd name="connsiteY1" fmla="*/ 0 h 5774180"/>
                  <a:gd name="connsiteX2" fmla="*/ 43814319 w 43891200"/>
                  <a:gd name="connsiteY2" fmla="*/ 5774180 h 5774180"/>
                  <a:gd name="connsiteX3" fmla="*/ 21423313 w 43891200"/>
                  <a:gd name="connsiteY3" fmla="*/ 3012175 h 5774180"/>
                  <a:gd name="connsiteX4" fmla="*/ 84664 w 43891200"/>
                  <a:gd name="connsiteY4" fmla="*/ 5531673 h 5774180"/>
                  <a:gd name="connsiteX5" fmla="*/ 0 w 43891200"/>
                  <a:gd name="connsiteY5" fmla="*/ 0 h 5774180"/>
                  <a:gd name="connsiteX0" fmla="*/ 6633 w 43897833"/>
                  <a:gd name="connsiteY0" fmla="*/ 0 h 5774180"/>
                  <a:gd name="connsiteX1" fmla="*/ 43897833 w 43897833"/>
                  <a:gd name="connsiteY1" fmla="*/ 0 h 5774180"/>
                  <a:gd name="connsiteX2" fmla="*/ 43820952 w 43897833"/>
                  <a:gd name="connsiteY2" fmla="*/ 5774180 h 5774180"/>
                  <a:gd name="connsiteX3" fmla="*/ 21429946 w 43897833"/>
                  <a:gd name="connsiteY3" fmla="*/ 3012175 h 5774180"/>
                  <a:gd name="connsiteX4" fmla="*/ 0 w 43897833"/>
                  <a:gd name="connsiteY4" fmla="*/ 5757386 h 5774180"/>
                  <a:gd name="connsiteX5" fmla="*/ 6633 w 43897833"/>
                  <a:gd name="connsiteY5" fmla="*/ 0 h 5774180"/>
                  <a:gd name="connsiteX0" fmla="*/ 6633 w 43897833"/>
                  <a:gd name="connsiteY0" fmla="*/ 0 h 5785600"/>
                  <a:gd name="connsiteX1" fmla="*/ 43897833 w 43897833"/>
                  <a:gd name="connsiteY1" fmla="*/ 0 h 5785600"/>
                  <a:gd name="connsiteX2" fmla="*/ 43820952 w 43897833"/>
                  <a:gd name="connsiteY2" fmla="*/ 5774180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97833"/>
                  <a:gd name="connsiteY0" fmla="*/ 0 h 5785600"/>
                  <a:gd name="connsiteX1" fmla="*/ 43897833 w 43897833"/>
                  <a:gd name="connsiteY1" fmla="*/ 0 h 5785600"/>
                  <a:gd name="connsiteX2" fmla="*/ 43829914 w 43897833"/>
                  <a:gd name="connsiteY2" fmla="*/ 5757562 h 5785600"/>
                  <a:gd name="connsiteX3" fmla="*/ 21429946 w 43897833"/>
                  <a:gd name="connsiteY3" fmla="*/ 3012175 h 5785600"/>
                  <a:gd name="connsiteX4" fmla="*/ 0 w 43897833"/>
                  <a:gd name="connsiteY4" fmla="*/ 5785600 h 5785600"/>
                  <a:gd name="connsiteX5" fmla="*/ 6633 w 43897833"/>
                  <a:gd name="connsiteY5" fmla="*/ 0 h 5785600"/>
                  <a:gd name="connsiteX0" fmla="*/ 6633 w 43884390"/>
                  <a:gd name="connsiteY0" fmla="*/ 4153 h 5789753"/>
                  <a:gd name="connsiteX1" fmla="*/ 43884390 w 43884390"/>
                  <a:gd name="connsiteY1" fmla="*/ 0 h 5789753"/>
                  <a:gd name="connsiteX2" fmla="*/ 43829914 w 43884390"/>
                  <a:gd name="connsiteY2" fmla="*/ 5761715 h 5789753"/>
                  <a:gd name="connsiteX3" fmla="*/ 21429946 w 43884390"/>
                  <a:gd name="connsiteY3" fmla="*/ 3016328 h 5789753"/>
                  <a:gd name="connsiteX4" fmla="*/ 0 w 43884390"/>
                  <a:gd name="connsiteY4" fmla="*/ 5789753 h 5789753"/>
                  <a:gd name="connsiteX5" fmla="*/ 6633 w 43884390"/>
                  <a:gd name="connsiteY5" fmla="*/ 4153 h 5789753"/>
                  <a:gd name="connsiteX0" fmla="*/ 6633 w 43884392"/>
                  <a:gd name="connsiteY0" fmla="*/ 0 h 5785600"/>
                  <a:gd name="connsiteX1" fmla="*/ 43884392 w 43884392"/>
                  <a:gd name="connsiteY1" fmla="*/ 1 h 5785600"/>
                  <a:gd name="connsiteX2" fmla="*/ 43829914 w 43884392"/>
                  <a:gd name="connsiteY2" fmla="*/ 5757562 h 5785600"/>
                  <a:gd name="connsiteX3" fmla="*/ 21429946 w 43884392"/>
                  <a:gd name="connsiteY3" fmla="*/ 3012175 h 5785600"/>
                  <a:gd name="connsiteX4" fmla="*/ 0 w 43884392"/>
                  <a:gd name="connsiteY4" fmla="*/ 5785600 h 5785600"/>
                  <a:gd name="connsiteX5" fmla="*/ 6633 w 43884392"/>
                  <a:gd name="connsiteY5" fmla="*/ 0 h 5785600"/>
                  <a:gd name="connsiteX0" fmla="*/ 6633 w 43876785"/>
                  <a:gd name="connsiteY0" fmla="*/ 7053 h 5792653"/>
                  <a:gd name="connsiteX1" fmla="*/ 43876785 w 43876785"/>
                  <a:gd name="connsiteY1" fmla="*/ 0 h 5792653"/>
                  <a:gd name="connsiteX2" fmla="*/ 43829914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429946 w 43876785"/>
                  <a:gd name="connsiteY3" fmla="*/ 3019228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852793 w 43876785"/>
                  <a:gd name="connsiteY3" fmla="*/ 301922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64377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44088 w 43876785"/>
                  <a:gd name="connsiteY3" fmla="*/ 3000419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792653"/>
                  <a:gd name="connsiteX1" fmla="*/ 43876785 w 43876785"/>
                  <a:gd name="connsiteY1" fmla="*/ 0 h 5792653"/>
                  <a:gd name="connsiteX2" fmla="*/ 43826108 w 43876785"/>
                  <a:gd name="connsiteY2" fmla="*/ 5764615 h 5792653"/>
                  <a:gd name="connsiteX3" fmla="*/ 21923799 w 43876785"/>
                  <a:gd name="connsiteY3" fmla="*/ 3009824 h 5792653"/>
                  <a:gd name="connsiteX4" fmla="*/ 0 w 43876785"/>
                  <a:gd name="connsiteY4" fmla="*/ 5792653 h 5792653"/>
                  <a:gd name="connsiteX5" fmla="*/ 6633 w 43876785"/>
                  <a:gd name="connsiteY5" fmla="*/ 7053 h 5792653"/>
                  <a:gd name="connsiteX0" fmla="*/ 6633 w 43876785"/>
                  <a:gd name="connsiteY0" fmla="*/ 7053 h 5801199"/>
                  <a:gd name="connsiteX1" fmla="*/ 43876785 w 43876785"/>
                  <a:gd name="connsiteY1" fmla="*/ 0 h 5801199"/>
                  <a:gd name="connsiteX2" fmla="*/ 43831664 w 43876785"/>
                  <a:gd name="connsiteY2" fmla="*/ 5801199 h 5801199"/>
                  <a:gd name="connsiteX3" fmla="*/ 21923799 w 43876785"/>
                  <a:gd name="connsiteY3" fmla="*/ 3009824 h 5801199"/>
                  <a:gd name="connsiteX4" fmla="*/ 0 w 43876785"/>
                  <a:gd name="connsiteY4" fmla="*/ 5792653 h 5801199"/>
                  <a:gd name="connsiteX5" fmla="*/ 6633 w 43876785"/>
                  <a:gd name="connsiteY5" fmla="*/ 7053 h 5801199"/>
                  <a:gd name="connsiteX0" fmla="*/ 6633 w 43876785"/>
                  <a:gd name="connsiteY0" fmla="*/ 7053 h 5811651"/>
                  <a:gd name="connsiteX1" fmla="*/ 43876785 w 43876785"/>
                  <a:gd name="connsiteY1" fmla="*/ 0 h 5811651"/>
                  <a:gd name="connsiteX2" fmla="*/ 43826110 w 43876785"/>
                  <a:gd name="connsiteY2" fmla="*/ 5811651 h 5811651"/>
                  <a:gd name="connsiteX3" fmla="*/ 21923799 w 43876785"/>
                  <a:gd name="connsiteY3" fmla="*/ 3009824 h 5811651"/>
                  <a:gd name="connsiteX4" fmla="*/ 0 w 43876785"/>
                  <a:gd name="connsiteY4" fmla="*/ 5792653 h 5811651"/>
                  <a:gd name="connsiteX5" fmla="*/ 6633 w 43876785"/>
                  <a:gd name="connsiteY5" fmla="*/ 7053 h 5811651"/>
                  <a:gd name="connsiteX0" fmla="*/ -1 w 43870151"/>
                  <a:gd name="connsiteY0" fmla="*/ 7053 h 5818785"/>
                  <a:gd name="connsiteX1" fmla="*/ 43870151 w 43870151"/>
                  <a:gd name="connsiteY1" fmla="*/ 0 h 5818785"/>
                  <a:gd name="connsiteX2" fmla="*/ 43819476 w 43870151"/>
                  <a:gd name="connsiteY2" fmla="*/ 5811651 h 5818785"/>
                  <a:gd name="connsiteX3" fmla="*/ 21917165 w 43870151"/>
                  <a:gd name="connsiteY3" fmla="*/ 3009824 h 5818785"/>
                  <a:gd name="connsiteX4" fmla="*/ 4477 w 43870151"/>
                  <a:gd name="connsiteY4" fmla="*/ 5818785 h 5818785"/>
                  <a:gd name="connsiteX5" fmla="*/ -1 w 43870151"/>
                  <a:gd name="connsiteY5" fmla="*/ 7053 h 5818785"/>
                  <a:gd name="connsiteX0" fmla="*/ 239 w 43870391"/>
                  <a:gd name="connsiteY0" fmla="*/ 7053 h 5814778"/>
                  <a:gd name="connsiteX1" fmla="*/ 43870391 w 43870391"/>
                  <a:gd name="connsiteY1" fmla="*/ 0 h 5814778"/>
                  <a:gd name="connsiteX2" fmla="*/ 43819716 w 43870391"/>
                  <a:gd name="connsiteY2" fmla="*/ 5811651 h 5814778"/>
                  <a:gd name="connsiteX3" fmla="*/ 21917405 w 43870391"/>
                  <a:gd name="connsiteY3" fmla="*/ 3009824 h 5814778"/>
                  <a:gd name="connsiteX4" fmla="*/ 457 w 43870391"/>
                  <a:gd name="connsiteY4" fmla="*/ 5814778 h 5814778"/>
                  <a:gd name="connsiteX5" fmla="*/ 239 w 43870391"/>
                  <a:gd name="connsiteY5" fmla="*/ 7053 h 5814778"/>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806763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70391"/>
                  <a:gd name="connsiteY0" fmla="*/ 7053 h 5811651"/>
                  <a:gd name="connsiteX1" fmla="*/ 43870391 w 43870391"/>
                  <a:gd name="connsiteY1" fmla="*/ 0 h 5811651"/>
                  <a:gd name="connsiteX2" fmla="*/ 43819716 w 43870391"/>
                  <a:gd name="connsiteY2" fmla="*/ 5811651 h 5811651"/>
                  <a:gd name="connsiteX3" fmla="*/ 21917405 w 43870391"/>
                  <a:gd name="connsiteY3" fmla="*/ 3009824 h 5811651"/>
                  <a:gd name="connsiteX4" fmla="*/ 457 w 43870391"/>
                  <a:gd name="connsiteY4" fmla="*/ 5798748 h 5811651"/>
                  <a:gd name="connsiteX5" fmla="*/ 239 w 43870391"/>
                  <a:gd name="connsiteY5" fmla="*/ 7053 h 5811651"/>
                  <a:gd name="connsiteX0" fmla="*/ 239 w 43842825"/>
                  <a:gd name="connsiteY0" fmla="*/ 7053 h 5811651"/>
                  <a:gd name="connsiteX1" fmla="*/ 43842825 w 43842825"/>
                  <a:gd name="connsiteY1" fmla="*/ 0 h 5811651"/>
                  <a:gd name="connsiteX2" fmla="*/ 43819716 w 43842825"/>
                  <a:gd name="connsiteY2" fmla="*/ 5811651 h 5811651"/>
                  <a:gd name="connsiteX3" fmla="*/ 21917405 w 43842825"/>
                  <a:gd name="connsiteY3" fmla="*/ 3009824 h 5811651"/>
                  <a:gd name="connsiteX4" fmla="*/ 457 w 43842825"/>
                  <a:gd name="connsiteY4" fmla="*/ 5798748 h 5811651"/>
                  <a:gd name="connsiteX5" fmla="*/ 239 w 43842825"/>
                  <a:gd name="connsiteY5" fmla="*/ 7053 h 5811651"/>
                  <a:gd name="connsiteX0" fmla="*/ 239 w 43824446"/>
                  <a:gd name="connsiteY0" fmla="*/ 7053 h 5811651"/>
                  <a:gd name="connsiteX1" fmla="*/ 43824446 w 43824446"/>
                  <a:gd name="connsiteY1" fmla="*/ 0 h 5811651"/>
                  <a:gd name="connsiteX2" fmla="*/ 43819716 w 43824446"/>
                  <a:gd name="connsiteY2" fmla="*/ 5811651 h 5811651"/>
                  <a:gd name="connsiteX3" fmla="*/ 21917405 w 43824446"/>
                  <a:gd name="connsiteY3" fmla="*/ 3009824 h 5811651"/>
                  <a:gd name="connsiteX4" fmla="*/ 457 w 43824446"/>
                  <a:gd name="connsiteY4" fmla="*/ 5798748 h 5811651"/>
                  <a:gd name="connsiteX5" fmla="*/ 239 w 43824446"/>
                  <a:gd name="connsiteY5" fmla="*/ 7053 h 5811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24446" h="5811651">
                    <a:moveTo>
                      <a:pt x="239" y="7053"/>
                    </a:moveTo>
                    <a:lnTo>
                      <a:pt x="43824446" y="0"/>
                    </a:lnTo>
                    <a:cubicBezTo>
                      <a:pt x="43822869" y="1937217"/>
                      <a:pt x="43821293" y="3874434"/>
                      <a:pt x="43819716" y="5811651"/>
                    </a:cubicBezTo>
                    <a:cubicBezTo>
                      <a:pt x="38268362" y="4032785"/>
                      <a:pt x="30438085" y="2966157"/>
                      <a:pt x="21917405" y="3009824"/>
                    </a:cubicBezTo>
                    <a:cubicBezTo>
                      <a:pt x="14614291" y="3047251"/>
                      <a:pt x="6453731" y="3277510"/>
                      <a:pt x="457" y="5798748"/>
                    </a:cubicBezTo>
                    <a:cubicBezTo>
                      <a:pt x="-1036" y="3861504"/>
                      <a:pt x="1732" y="1944297"/>
                      <a:pt x="239" y="7053"/>
                    </a:cubicBezTo>
                    <a:close/>
                  </a:path>
                </a:pathLst>
              </a:custGeom>
              <a:gradFill flip="none" rotWithShape="1">
                <a:gsLst>
                  <a:gs pos="0">
                    <a:schemeClr val="accent6"/>
                  </a:gs>
                  <a:gs pos="100000">
                    <a:schemeClr val="accent4"/>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6">
                <a:extLst>
                  <a:ext uri="{FF2B5EF4-FFF2-40B4-BE49-F238E27FC236}">
                    <a16:creationId xmlns:a16="http://schemas.microsoft.com/office/drawing/2014/main" id="{13400DA2-F16C-C748-97F8-0704F0EA4025}"/>
                  </a:ext>
                </a:extLst>
              </p:cNvPr>
              <p:cNvSpPr/>
              <p:nvPr userDrawn="1"/>
            </p:nvSpPr>
            <p:spPr>
              <a:xfrm>
                <a:off x="-4323" y="5744"/>
                <a:ext cx="27440229" cy="4555641"/>
              </a:xfrm>
              <a:custGeom>
                <a:avLst/>
                <a:gdLst>
                  <a:gd name="connsiteX0" fmla="*/ 0 w 43891200"/>
                  <a:gd name="connsiteY0" fmla="*/ 0 h 7027483"/>
                  <a:gd name="connsiteX1" fmla="*/ 43891200 w 43891200"/>
                  <a:gd name="connsiteY1" fmla="*/ 0 h 7027483"/>
                  <a:gd name="connsiteX2" fmla="*/ 43891200 w 43891200"/>
                  <a:gd name="connsiteY2" fmla="*/ 7027483 h 7027483"/>
                  <a:gd name="connsiteX3" fmla="*/ 0 w 43891200"/>
                  <a:gd name="connsiteY3" fmla="*/ 7027483 h 7027483"/>
                  <a:gd name="connsiteX4" fmla="*/ 0 w 43891200"/>
                  <a:gd name="connsiteY4"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617527 w 43891200"/>
                  <a:gd name="connsiteY3" fmla="*/ 6999261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0 w 43891200"/>
                  <a:gd name="connsiteY4" fmla="*/ 7027483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100503"/>
                  <a:gd name="connsiteX1" fmla="*/ 43891200 w 43891200"/>
                  <a:gd name="connsiteY1" fmla="*/ 0 h 7100503"/>
                  <a:gd name="connsiteX2" fmla="*/ 43891200 w 43891200"/>
                  <a:gd name="connsiteY2" fmla="*/ 7027483 h 7100503"/>
                  <a:gd name="connsiteX3" fmla="*/ 21448200 w 43891200"/>
                  <a:gd name="connsiteY3" fmla="*/ 3838305 h 7100503"/>
                  <a:gd name="connsiteX4" fmla="*/ 28221 w 43891200"/>
                  <a:gd name="connsiteY4" fmla="*/ 6688809 h 7100503"/>
                  <a:gd name="connsiteX5" fmla="*/ 0 w 43891200"/>
                  <a:gd name="connsiteY5" fmla="*/ 0 h 710050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891200"/>
                  <a:gd name="connsiteY0" fmla="*/ 0 h 7027483"/>
                  <a:gd name="connsiteX1" fmla="*/ 43891200 w 43891200"/>
                  <a:gd name="connsiteY1" fmla="*/ 0 h 7027483"/>
                  <a:gd name="connsiteX2" fmla="*/ 43891200 w 43891200"/>
                  <a:gd name="connsiteY2" fmla="*/ 7027483 h 7027483"/>
                  <a:gd name="connsiteX3" fmla="*/ 21448200 w 43891200"/>
                  <a:gd name="connsiteY3" fmla="*/ 3838305 h 7027483"/>
                  <a:gd name="connsiteX4" fmla="*/ 28221 w 43891200"/>
                  <a:gd name="connsiteY4" fmla="*/ 6688809 h 7027483"/>
                  <a:gd name="connsiteX5" fmla="*/ 0 w 43891200"/>
                  <a:gd name="connsiteY5" fmla="*/ 0 h 7027483"/>
                  <a:gd name="connsiteX0" fmla="*/ 0 w 43968081"/>
                  <a:gd name="connsiteY0" fmla="*/ 0 h 6688809"/>
                  <a:gd name="connsiteX1" fmla="*/ 43891200 w 43968081"/>
                  <a:gd name="connsiteY1" fmla="*/ 0 h 6688809"/>
                  <a:gd name="connsiteX2" fmla="*/ 43968081 w 43968081"/>
                  <a:gd name="connsiteY2" fmla="*/ 6358199 h 6688809"/>
                  <a:gd name="connsiteX3" fmla="*/ 21448200 w 43968081"/>
                  <a:gd name="connsiteY3" fmla="*/ 3838305 h 6688809"/>
                  <a:gd name="connsiteX4" fmla="*/ 28221 w 43968081"/>
                  <a:gd name="connsiteY4" fmla="*/ 6688809 h 6688809"/>
                  <a:gd name="connsiteX5" fmla="*/ 0 w 43968081"/>
                  <a:gd name="connsiteY5" fmla="*/ 0 h 6688809"/>
                  <a:gd name="connsiteX0" fmla="*/ 0 w 43891200"/>
                  <a:gd name="connsiteY0" fmla="*/ 0 h 6688809"/>
                  <a:gd name="connsiteX1" fmla="*/ 43891200 w 43891200"/>
                  <a:gd name="connsiteY1" fmla="*/ 0 h 6688809"/>
                  <a:gd name="connsiteX2" fmla="*/ 43793664 w 43891200"/>
                  <a:gd name="connsiteY2" fmla="*/ 6218350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91200"/>
                  <a:gd name="connsiteY0" fmla="*/ 0 h 6688809"/>
                  <a:gd name="connsiteX1" fmla="*/ 43891200 w 43891200"/>
                  <a:gd name="connsiteY1" fmla="*/ 0 h 6688809"/>
                  <a:gd name="connsiteX2" fmla="*/ 43823938 w 43891200"/>
                  <a:gd name="connsiteY2" fmla="*/ 6183672 h 6688809"/>
                  <a:gd name="connsiteX3" fmla="*/ 21448200 w 43891200"/>
                  <a:gd name="connsiteY3" fmla="*/ 3838305 h 6688809"/>
                  <a:gd name="connsiteX4" fmla="*/ 28221 w 43891200"/>
                  <a:gd name="connsiteY4" fmla="*/ 6688809 h 6688809"/>
                  <a:gd name="connsiteX5" fmla="*/ 0 w 43891200"/>
                  <a:gd name="connsiteY5" fmla="*/ 0 h 6688809"/>
                  <a:gd name="connsiteX0" fmla="*/ 0 w 43823938"/>
                  <a:gd name="connsiteY0" fmla="*/ 0 h 6688809"/>
                  <a:gd name="connsiteX1" fmla="*/ 43800376 w 43823938"/>
                  <a:gd name="connsiteY1" fmla="*/ 0 h 6688809"/>
                  <a:gd name="connsiteX2" fmla="*/ 43823938 w 43823938"/>
                  <a:gd name="connsiteY2" fmla="*/ 6183672 h 6688809"/>
                  <a:gd name="connsiteX3" fmla="*/ 21448200 w 43823938"/>
                  <a:gd name="connsiteY3" fmla="*/ 3838305 h 6688809"/>
                  <a:gd name="connsiteX4" fmla="*/ 28221 w 43823938"/>
                  <a:gd name="connsiteY4" fmla="*/ 6688809 h 6688809"/>
                  <a:gd name="connsiteX5" fmla="*/ 0 w 43823938"/>
                  <a:gd name="connsiteY5" fmla="*/ 0 h 6688809"/>
                  <a:gd name="connsiteX0" fmla="*/ 0 w 43883631"/>
                  <a:gd name="connsiteY0" fmla="*/ 0 h 6688809"/>
                  <a:gd name="connsiteX1" fmla="*/ 43883631 w 43883631"/>
                  <a:gd name="connsiteY1" fmla="*/ 41614 h 6688809"/>
                  <a:gd name="connsiteX2" fmla="*/ 43823938 w 43883631"/>
                  <a:gd name="connsiteY2" fmla="*/ 6183672 h 6688809"/>
                  <a:gd name="connsiteX3" fmla="*/ 21448200 w 43883631"/>
                  <a:gd name="connsiteY3" fmla="*/ 3838305 h 6688809"/>
                  <a:gd name="connsiteX4" fmla="*/ 28221 w 43883631"/>
                  <a:gd name="connsiteY4" fmla="*/ 6688809 h 6688809"/>
                  <a:gd name="connsiteX5" fmla="*/ 0 w 43883631"/>
                  <a:gd name="connsiteY5" fmla="*/ 0 h 6688809"/>
                  <a:gd name="connsiteX0" fmla="*/ 0 w 43876062"/>
                  <a:gd name="connsiteY0" fmla="*/ 0 h 6688809"/>
                  <a:gd name="connsiteX1" fmla="*/ 43876062 w 43876062"/>
                  <a:gd name="connsiteY1" fmla="*/ 6936 h 6688809"/>
                  <a:gd name="connsiteX2" fmla="*/ 43823938 w 43876062"/>
                  <a:gd name="connsiteY2" fmla="*/ 6183672 h 6688809"/>
                  <a:gd name="connsiteX3" fmla="*/ 21448200 w 43876062"/>
                  <a:gd name="connsiteY3" fmla="*/ 3838305 h 6688809"/>
                  <a:gd name="connsiteX4" fmla="*/ 28221 w 43876062"/>
                  <a:gd name="connsiteY4" fmla="*/ 6688809 h 6688809"/>
                  <a:gd name="connsiteX5" fmla="*/ 0 w 43876062"/>
                  <a:gd name="connsiteY5" fmla="*/ 0 h 6688809"/>
                  <a:gd name="connsiteX0" fmla="*/ 0 w 43883634"/>
                  <a:gd name="connsiteY0" fmla="*/ 6936 h 6695745"/>
                  <a:gd name="connsiteX1" fmla="*/ 43883634 w 43883634"/>
                  <a:gd name="connsiteY1" fmla="*/ 0 h 6695745"/>
                  <a:gd name="connsiteX2" fmla="*/ 43823938 w 43883634"/>
                  <a:gd name="connsiteY2" fmla="*/ 6190608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448200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6368 w 43883634"/>
                  <a:gd name="connsiteY3" fmla="*/ 3845241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871047 w 43883634"/>
                  <a:gd name="connsiteY3" fmla="*/ 3810016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82633 w 43883634"/>
                  <a:gd name="connsiteY3" fmla="*/ 3782129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5745"/>
                  <a:gd name="connsiteX1" fmla="*/ 43883634 w 43883634"/>
                  <a:gd name="connsiteY1" fmla="*/ 0 h 6695745"/>
                  <a:gd name="connsiteX2" fmla="*/ 43827740 w 43883634"/>
                  <a:gd name="connsiteY2" fmla="*/ 6180150 h 6695745"/>
                  <a:gd name="connsiteX3" fmla="*/ 21911623 w 43883634"/>
                  <a:gd name="connsiteY3" fmla="*/ 3791425 h 6695745"/>
                  <a:gd name="connsiteX4" fmla="*/ 28221 w 43883634"/>
                  <a:gd name="connsiteY4" fmla="*/ 6695745 h 6695745"/>
                  <a:gd name="connsiteX5" fmla="*/ 0 w 43883634"/>
                  <a:gd name="connsiteY5" fmla="*/ 6936 h 6695745"/>
                  <a:gd name="connsiteX0" fmla="*/ 0 w 43883634"/>
                  <a:gd name="connsiteY0" fmla="*/ 6936 h 6691837"/>
                  <a:gd name="connsiteX1" fmla="*/ 43883634 w 43883634"/>
                  <a:gd name="connsiteY1" fmla="*/ 0 h 6691837"/>
                  <a:gd name="connsiteX2" fmla="*/ 43827740 w 43883634"/>
                  <a:gd name="connsiteY2" fmla="*/ 6180150 h 6691837"/>
                  <a:gd name="connsiteX3" fmla="*/ 21911623 w 43883634"/>
                  <a:gd name="connsiteY3" fmla="*/ 3791425 h 6691837"/>
                  <a:gd name="connsiteX4" fmla="*/ 66513 w 43883634"/>
                  <a:gd name="connsiteY4" fmla="*/ 6691837 h 6691837"/>
                  <a:gd name="connsiteX5" fmla="*/ 0 w 43883634"/>
                  <a:gd name="connsiteY5" fmla="*/ 6936 h 6691837"/>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40 w 43883634"/>
                  <a:gd name="connsiteY2" fmla="*/ 6180150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0 w 43883634"/>
                  <a:gd name="connsiteY0" fmla="*/ 6936 h 6695746"/>
                  <a:gd name="connsiteX1" fmla="*/ 43883634 w 43883634"/>
                  <a:gd name="connsiteY1" fmla="*/ 0 h 6695746"/>
                  <a:gd name="connsiteX2" fmla="*/ 43827739 w 43883634"/>
                  <a:gd name="connsiteY2" fmla="*/ 5777889 h 6695746"/>
                  <a:gd name="connsiteX3" fmla="*/ 21911623 w 43883634"/>
                  <a:gd name="connsiteY3" fmla="*/ 3791425 h 6695746"/>
                  <a:gd name="connsiteX4" fmla="*/ 49494 w 43883634"/>
                  <a:gd name="connsiteY4" fmla="*/ 6695746 h 6695746"/>
                  <a:gd name="connsiteX5" fmla="*/ 0 w 43883634"/>
                  <a:gd name="connsiteY5" fmla="*/ 6936 h 6695746"/>
                  <a:gd name="connsiteX0" fmla="*/ 23933 w 43834140"/>
                  <a:gd name="connsiteY0" fmla="*/ 15369 h 6695746"/>
                  <a:gd name="connsiteX1" fmla="*/ 43834140 w 43834140"/>
                  <a:gd name="connsiteY1" fmla="*/ 0 h 6695746"/>
                  <a:gd name="connsiteX2" fmla="*/ 43778245 w 43834140"/>
                  <a:gd name="connsiteY2" fmla="*/ 5777889 h 6695746"/>
                  <a:gd name="connsiteX3" fmla="*/ 21862129 w 43834140"/>
                  <a:gd name="connsiteY3" fmla="*/ 3791425 h 6695746"/>
                  <a:gd name="connsiteX4" fmla="*/ 0 w 43834140"/>
                  <a:gd name="connsiteY4" fmla="*/ 6695746 h 6695746"/>
                  <a:gd name="connsiteX5" fmla="*/ 23933 w 43834140"/>
                  <a:gd name="connsiteY5" fmla="*/ 15369 h 6695746"/>
                  <a:gd name="connsiteX0" fmla="*/ 1414 w 43848334"/>
                  <a:gd name="connsiteY0" fmla="*/ 15369 h 6695746"/>
                  <a:gd name="connsiteX1" fmla="*/ 43848334 w 43848334"/>
                  <a:gd name="connsiteY1" fmla="*/ 0 h 6695746"/>
                  <a:gd name="connsiteX2" fmla="*/ 43792439 w 43848334"/>
                  <a:gd name="connsiteY2" fmla="*/ 5777889 h 6695746"/>
                  <a:gd name="connsiteX3" fmla="*/ 21876323 w 43848334"/>
                  <a:gd name="connsiteY3" fmla="*/ 3791425 h 6695746"/>
                  <a:gd name="connsiteX4" fmla="*/ 14194 w 43848334"/>
                  <a:gd name="connsiteY4" fmla="*/ 6695746 h 6695746"/>
                  <a:gd name="connsiteX5" fmla="*/ 1414 w 43848334"/>
                  <a:gd name="connsiteY5" fmla="*/ 15369 h 6695746"/>
                  <a:gd name="connsiteX0" fmla="*/ 1414 w 43792439"/>
                  <a:gd name="connsiteY0" fmla="*/ 6936 h 6687313"/>
                  <a:gd name="connsiteX1" fmla="*/ 43729019 w 43792439"/>
                  <a:gd name="connsiteY1" fmla="*/ 0 h 6687313"/>
                  <a:gd name="connsiteX2" fmla="*/ 43792439 w 43792439"/>
                  <a:gd name="connsiteY2" fmla="*/ 5769456 h 6687313"/>
                  <a:gd name="connsiteX3" fmla="*/ 21876323 w 43792439"/>
                  <a:gd name="connsiteY3" fmla="*/ 3782992 h 6687313"/>
                  <a:gd name="connsiteX4" fmla="*/ 14194 w 43792439"/>
                  <a:gd name="connsiteY4" fmla="*/ 6687313 h 6687313"/>
                  <a:gd name="connsiteX5" fmla="*/ 1414 w 43792439"/>
                  <a:gd name="connsiteY5" fmla="*/ 6936 h 6687313"/>
                  <a:gd name="connsiteX0" fmla="*/ 1414 w 43792439"/>
                  <a:gd name="connsiteY0" fmla="*/ 0 h 6680377"/>
                  <a:gd name="connsiteX1" fmla="*/ 43600524 w 43792439"/>
                  <a:gd name="connsiteY1" fmla="*/ 77395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2439"/>
                  <a:gd name="connsiteY0" fmla="*/ 0 h 6680377"/>
                  <a:gd name="connsiteX1" fmla="*/ 43683128 w 43792439"/>
                  <a:gd name="connsiteY1" fmla="*/ 119561 h 6680377"/>
                  <a:gd name="connsiteX2" fmla="*/ 43792439 w 43792439"/>
                  <a:gd name="connsiteY2" fmla="*/ 5762520 h 6680377"/>
                  <a:gd name="connsiteX3" fmla="*/ 21876323 w 43792439"/>
                  <a:gd name="connsiteY3" fmla="*/ 3776056 h 6680377"/>
                  <a:gd name="connsiteX4" fmla="*/ 14194 w 43792439"/>
                  <a:gd name="connsiteY4" fmla="*/ 6680377 h 6680377"/>
                  <a:gd name="connsiteX5" fmla="*/ 1414 w 43792439"/>
                  <a:gd name="connsiteY5" fmla="*/ 0 h 6680377"/>
                  <a:gd name="connsiteX0" fmla="*/ 1414 w 43793267"/>
                  <a:gd name="connsiteY0" fmla="*/ 0 h 6680377"/>
                  <a:gd name="connsiteX1" fmla="*/ 43793267 w 43793267"/>
                  <a:gd name="connsiteY1" fmla="*/ 1497 h 6680377"/>
                  <a:gd name="connsiteX2" fmla="*/ 43792439 w 43793267"/>
                  <a:gd name="connsiteY2" fmla="*/ 5762520 h 6680377"/>
                  <a:gd name="connsiteX3" fmla="*/ 21876323 w 43793267"/>
                  <a:gd name="connsiteY3" fmla="*/ 3776056 h 6680377"/>
                  <a:gd name="connsiteX4" fmla="*/ 14194 w 43793267"/>
                  <a:gd name="connsiteY4" fmla="*/ 6680377 h 6680377"/>
                  <a:gd name="connsiteX5" fmla="*/ 1414 w 43793267"/>
                  <a:gd name="connsiteY5" fmla="*/ 0 h 668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93267" h="6680377">
                    <a:moveTo>
                      <a:pt x="1414" y="0"/>
                    </a:moveTo>
                    <a:lnTo>
                      <a:pt x="43793267" y="1497"/>
                    </a:lnTo>
                    <a:cubicBezTo>
                      <a:pt x="43793267" y="2343991"/>
                      <a:pt x="43792439" y="3420026"/>
                      <a:pt x="43792439" y="5762520"/>
                    </a:cubicBezTo>
                    <a:cubicBezTo>
                      <a:pt x="38990659" y="4549272"/>
                      <a:pt x="29172697" y="3623080"/>
                      <a:pt x="21876323" y="3776056"/>
                    </a:cubicBezTo>
                    <a:cubicBezTo>
                      <a:pt x="14579949" y="3929032"/>
                      <a:pt x="6467468" y="4159139"/>
                      <a:pt x="14194" y="6680377"/>
                    </a:cubicBezTo>
                    <a:cubicBezTo>
                      <a:pt x="22172" y="4453585"/>
                      <a:pt x="-6564" y="2226792"/>
                      <a:pt x="1414" y="0"/>
                    </a:cubicBezTo>
                    <a:close/>
                  </a:path>
                </a:pathLst>
              </a:custGeom>
              <a:gradFill flip="none" rotWithShape="1">
                <a:gsLst>
                  <a:gs pos="0">
                    <a:schemeClr val="accent6"/>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5">
                <a:extLst>
                  <a:ext uri="{FF2B5EF4-FFF2-40B4-BE49-F238E27FC236}">
                    <a16:creationId xmlns:a16="http://schemas.microsoft.com/office/drawing/2014/main" id="{0E6B884C-4713-A542-B087-5A7752DEFD8D}"/>
                  </a:ext>
                </a:extLst>
              </p:cNvPr>
              <p:cNvSpPr/>
              <p:nvPr userDrawn="1"/>
            </p:nvSpPr>
            <p:spPr>
              <a:xfrm>
                <a:off x="-14192" y="1382"/>
                <a:ext cx="27451941" cy="4570665"/>
              </a:xfrm>
              <a:custGeom>
                <a:avLst/>
                <a:gdLst>
                  <a:gd name="connsiteX0" fmla="*/ 0 w 43891200"/>
                  <a:gd name="connsiteY0" fmla="*/ 0 h 2171777"/>
                  <a:gd name="connsiteX1" fmla="*/ 43891200 w 43891200"/>
                  <a:gd name="connsiteY1" fmla="*/ 0 h 2171777"/>
                  <a:gd name="connsiteX2" fmla="*/ 43891200 w 43891200"/>
                  <a:gd name="connsiteY2" fmla="*/ 2171777 h 2171777"/>
                  <a:gd name="connsiteX3" fmla="*/ 0 w 43891200"/>
                  <a:gd name="connsiteY3" fmla="*/ 2171777 h 2171777"/>
                  <a:gd name="connsiteX4" fmla="*/ 0 w 43891200"/>
                  <a:gd name="connsiteY4" fmla="*/ 0 h 2171777"/>
                  <a:gd name="connsiteX0" fmla="*/ 0 w 43891200"/>
                  <a:gd name="connsiteY0" fmla="*/ 0 h 2171777"/>
                  <a:gd name="connsiteX1" fmla="*/ 43891200 w 43891200"/>
                  <a:gd name="connsiteY1" fmla="*/ 0 h 2171777"/>
                  <a:gd name="connsiteX2" fmla="*/ 43891200 w 43891200"/>
                  <a:gd name="connsiteY2" fmla="*/ 2171777 h 2171777"/>
                  <a:gd name="connsiteX3" fmla="*/ 21843298 w 43891200"/>
                  <a:gd name="connsiteY3" fmla="*/ 2143554 h 2171777"/>
                  <a:gd name="connsiteX4" fmla="*/ 0 w 43891200"/>
                  <a:gd name="connsiteY4" fmla="*/ 2171777 h 2171777"/>
                  <a:gd name="connsiteX5" fmla="*/ 0 w 43891200"/>
                  <a:gd name="connsiteY5" fmla="*/ 0 h 2171777"/>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90029"/>
                  <a:gd name="connsiteX1" fmla="*/ 43891200 w 43891200"/>
                  <a:gd name="connsiteY1" fmla="*/ 0 h 5390029"/>
                  <a:gd name="connsiteX2" fmla="*/ 43891200 w 43891200"/>
                  <a:gd name="connsiteY2" fmla="*/ 2171777 h 5390029"/>
                  <a:gd name="connsiteX3" fmla="*/ 21843298 w 43891200"/>
                  <a:gd name="connsiteY3" fmla="*/ 2143554 h 5390029"/>
                  <a:gd name="connsiteX4" fmla="*/ 28221 w 43891200"/>
                  <a:gd name="connsiteY4" fmla="*/ 5360956 h 5390029"/>
                  <a:gd name="connsiteX5" fmla="*/ 0 w 43891200"/>
                  <a:gd name="connsiteY5" fmla="*/ 0 h 5390029"/>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2143554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691988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200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778314 w 43891200"/>
                  <a:gd name="connsiteY2" fmla="*/ 2171777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60956"/>
                  <a:gd name="connsiteX1" fmla="*/ 43891200 w 43891200"/>
                  <a:gd name="connsiteY1" fmla="*/ 0 h 5360956"/>
                  <a:gd name="connsiteX2" fmla="*/ 43891197 w 43891200"/>
                  <a:gd name="connsiteY2" fmla="*/ 2143554 h 5360956"/>
                  <a:gd name="connsiteX3" fmla="*/ 21843298 w 43891200"/>
                  <a:gd name="connsiteY3" fmla="*/ 1381537 h 5360956"/>
                  <a:gd name="connsiteX4" fmla="*/ 28221 w 43891200"/>
                  <a:gd name="connsiteY4" fmla="*/ 5360956 h 5360956"/>
                  <a:gd name="connsiteX5" fmla="*/ 0 w 43891200"/>
                  <a:gd name="connsiteY5" fmla="*/ 0 h 5360956"/>
                  <a:gd name="connsiteX0" fmla="*/ 0 w 43891200"/>
                  <a:gd name="connsiteY0" fmla="*/ 0 h 5383162"/>
                  <a:gd name="connsiteX1" fmla="*/ 43891200 w 43891200"/>
                  <a:gd name="connsiteY1" fmla="*/ 0 h 5383162"/>
                  <a:gd name="connsiteX2" fmla="*/ 43891197 w 43891200"/>
                  <a:gd name="connsiteY2" fmla="*/ 2143554 h 5383162"/>
                  <a:gd name="connsiteX3" fmla="*/ 21843298 w 43891200"/>
                  <a:gd name="connsiteY3" fmla="*/ 1381537 h 5383162"/>
                  <a:gd name="connsiteX4" fmla="*/ 12981 w 43891200"/>
                  <a:gd name="connsiteY4" fmla="*/ 5383162 h 5383162"/>
                  <a:gd name="connsiteX5" fmla="*/ 0 w 43891200"/>
                  <a:gd name="connsiteY5" fmla="*/ 0 h 5383162"/>
                  <a:gd name="connsiteX0" fmla="*/ 0 w 43891200"/>
                  <a:gd name="connsiteY0" fmla="*/ 0 h 5353553"/>
                  <a:gd name="connsiteX1" fmla="*/ 43891200 w 43891200"/>
                  <a:gd name="connsiteY1" fmla="*/ 0 h 5353553"/>
                  <a:gd name="connsiteX2" fmla="*/ 43891197 w 43891200"/>
                  <a:gd name="connsiteY2" fmla="*/ 2143554 h 5353553"/>
                  <a:gd name="connsiteX3" fmla="*/ 21843298 w 43891200"/>
                  <a:gd name="connsiteY3" fmla="*/ 1381537 h 5353553"/>
                  <a:gd name="connsiteX4" fmla="*/ 12981 w 43891200"/>
                  <a:gd name="connsiteY4" fmla="*/ 5353553 h 5353553"/>
                  <a:gd name="connsiteX5" fmla="*/ 0 w 43891200"/>
                  <a:gd name="connsiteY5" fmla="*/ 0 h 5353553"/>
                  <a:gd name="connsiteX0" fmla="*/ 0 w 43891200"/>
                  <a:gd name="connsiteY0" fmla="*/ 0 h 5375759"/>
                  <a:gd name="connsiteX1" fmla="*/ 43891200 w 43891200"/>
                  <a:gd name="connsiteY1" fmla="*/ 0 h 5375759"/>
                  <a:gd name="connsiteX2" fmla="*/ 43891197 w 43891200"/>
                  <a:gd name="connsiteY2" fmla="*/ 2143554 h 5375759"/>
                  <a:gd name="connsiteX3" fmla="*/ 21843298 w 43891200"/>
                  <a:gd name="connsiteY3" fmla="*/ 1381537 h 5375759"/>
                  <a:gd name="connsiteX4" fmla="*/ 2821 w 43891200"/>
                  <a:gd name="connsiteY4" fmla="*/ 5375759 h 5375759"/>
                  <a:gd name="connsiteX5" fmla="*/ 0 w 43891200"/>
                  <a:gd name="connsiteY5" fmla="*/ 0 h 5375759"/>
                  <a:gd name="connsiteX0" fmla="*/ 0 w 43891200"/>
                  <a:gd name="connsiteY0" fmla="*/ 0 h 5391472"/>
                  <a:gd name="connsiteX1" fmla="*/ 43891200 w 43891200"/>
                  <a:gd name="connsiteY1" fmla="*/ 0 h 5391472"/>
                  <a:gd name="connsiteX2" fmla="*/ 43891197 w 43891200"/>
                  <a:gd name="connsiteY2" fmla="*/ 2143554 h 5391472"/>
                  <a:gd name="connsiteX3" fmla="*/ 21843298 w 43891200"/>
                  <a:gd name="connsiteY3" fmla="*/ 1381537 h 5391472"/>
                  <a:gd name="connsiteX4" fmla="*/ 24143 w 43891200"/>
                  <a:gd name="connsiteY4" fmla="*/ 5391472 h 5391472"/>
                  <a:gd name="connsiteX5" fmla="*/ 0 w 43891200"/>
                  <a:gd name="connsiteY5" fmla="*/ 0 h 5391472"/>
                  <a:gd name="connsiteX0" fmla="*/ 0 w 43891200"/>
                  <a:gd name="connsiteY0" fmla="*/ 0 h 5388329"/>
                  <a:gd name="connsiteX1" fmla="*/ 43891200 w 43891200"/>
                  <a:gd name="connsiteY1" fmla="*/ 0 h 5388329"/>
                  <a:gd name="connsiteX2" fmla="*/ 43891197 w 43891200"/>
                  <a:gd name="connsiteY2" fmla="*/ 2143554 h 5388329"/>
                  <a:gd name="connsiteX3" fmla="*/ 21843298 w 43891200"/>
                  <a:gd name="connsiteY3" fmla="*/ 1381537 h 5388329"/>
                  <a:gd name="connsiteX4" fmla="*/ 11350 w 43891200"/>
                  <a:gd name="connsiteY4" fmla="*/ 5388329 h 5388329"/>
                  <a:gd name="connsiteX5" fmla="*/ 0 w 43891200"/>
                  <a:gd name="connsiteY5" fmla="*/ 0 h 5388329"/>
                  <a:gd name="connsiteX0" fmla="*/ 0 w 43918796"/>
                  <a:gd name="connsiteY0" fmla="*/ 0 h 5388329"/>
                  <a:gd name="connsiteX1" fmla="*/ 43918796 w 43918796"/>
                  <a:gd name="connsiteY1" fmla="*/ 0 h 5388329"/>
                  <a:gd name="connsiteX2" fmla="*/ 43918793 w 43918796"/>
                  <a:gd name="connsiteY2" fmla="*/ 2143554 h 5388329"/>
                  <a:gd name="connsiteX3" fmla="*/ 21870894 w 43918796"/>
                  <a:gd name="connsiteY3" fmla="*/ 1381537 h 5388329"/>
                  <a:gd name="connsiteX4" fmla="*/ 38946 w 43918796"/>
                  <a:gd name="connsiteY4" fmla="*/ 5388329 h 5388329"/>
                  <a:gd name="connsiteX5" fmla="*/ 0 w 43918796"/>
                  <a:gd name="connsiteY5" fmla="*/ 0 h 5388329"/>
                  <a:gd name="connsiteX0" fmla="*/ 0 w 43882001"/>
                  <a:gd name="connsiteY0" fmla="*/ 6780 h 5388329"/>
                  <a:gd name="connsiteX1" fmla="*/ 43882001 w 43882001"/>
                  <a:gd name="connsiteY1" fmla="*/ 0 h 5388329"/>
                  <a:gd name="connsiteX2" fmla="*/ 43881998 w 43882001"/>
                  <a:gd name="connsiteY2" fmla="*/ 2143554 h 5388329"/>
                  <a:gd name="connsiteX3" fmla="*/ 21834099 w 43882001"/>
                  <a:gd name="connsiteY3" fmla="*/ 1381537 h 5388329"/>
                  <a:gd name="connsiteX4" fmla="*/ 2151 w 43882001"/>
                  <a:gd name="connsiteY4" fmla="*/ 5388329 h 5388329"/>
                  <a:gd name="connsiteX5" fmla="*/ 0 w 43882001"/>
                  <a:gd name="connsiteY5" fmla="*/ 6780 h 5388329"/>
                  <a:gd name="connsiteX0" fmla="*/ 0 w 43909597"/>
                  <a:gd name="connsiteY0" fmla="*/ 6780 h 5388329"/>
                  <a:gd name="connsiteX1" fmla="*/ 43909597 w 43909597"/>
                  <a:gd name="connsiteY1" fmla="*/ 0 h 5388329"/>
                  <a:gd name="connsiteX2" fmla="*/ 43909594 w 43909597"/>
                  <a:gd name="connsiteY2" fmla="*/ 2143554 h 5388329"/>
                  <a:gd name="connsiteX3" fmla="*/ 21861695 w 43909597"/>
                  <a:gd name="connsiteY3" fmla="*/ 1381537 h 5388329"/>
                  <a:gd name="connsiteX4" fmla="*/ 29747 w 43909597"/>
                  <a:gd name="connsiteY4" fmla="*/ 5388329 h 5388329"/>
                  <a:gd name="connsiteX5" fmla="*/ 0 w 43909597"/>
                  <a:gd name="connsiteY5" fmla="*/ 6780 h 5388329"/>
                  <a:gd name="connsiteX0" fmla="*/ 16283 w 43879886"/>
                  <a:gd name="connsiteY0" fmla="*/ 13560 h 5388329"/>
                  <a:gd name="connsiteX1" fmla="*/ 43879886 w 43879886"/>
                  <a:gd name="connsiteY1" fmla="*/ 0 h 5388329"/>
                  <a:gd name="connsiteX2" fmla="*/ 43879883 w 43879886"/>
                  <a:gd name="connsiteY2" fmla="*/ 2143554 h 5388329"/>
                  <a:gd name="connsiteX3" fmla="*/ 21831984 w 43879886"/>
                  <a:gd name="connsiteY3" fmla="*/ 1381537 h 5388329"/>
                  <a:gd name="connsiteX4" fmla="*/ 36 w 43879886"/>
                  <a:gd name="connsiteY4" fmla="*/ 5388329 h 5388329"/>
                  <a:gd name="connsiteX5" fmla="*/ 16283 w 43879886"/>
                  <a:gd name="connsiteY5" fmla="*/ 13560 h 5388329"/>
                  <a:gd name="connsiteX0" fmla="*/ 7118 w 43879920"/>
                  <a:gd name="connsiteY0" fmla="*/ 6780 h 5388329"/>
                  <a:gd name="connsiteX1" fmla="*/ 43879920 w 43879920"/>
                  <a:gd name="connsiteY1" fmla="*/ 0 h 5388329"/>
                  <a:gd name="connsiteX2" fmla="*/ 43879917 w 43879920"/>
                  <a:gd name="connsiteY2" fmla="*/ 2143554 h 5388329"/>
                  <a:gd name="connsiteX3" fmla="*/ 21832018 w 43879920"/>
                  <a:gd name="connsiteY3" fmla="*/ 1381537 h 5388329"/>
                  <a:gd name="connsiteX4" fmla="*/ 70 w 43879920"/>
                  <a:gd name="connsiteY4" fmla="*/ 5388329 h 5388329"/>
                  <a:gd name="connsiteX5" fmla="*/ 7118 w 43879920"/>
                  <a:gd name="connsiteY5" fmla="*/ 6780 h 5388329"/>
                  <a:gd name="connsiteX0" fmla="*/ 0 w 43900399"/>
                  <a:gd name="connsiteY0" fmla="*/ 0 h 5388329"/>
                  <a:gd name="connsiteX1" fmla="*/ 43900399 w 43900399"/>
                  <a:gd name="connsiteY1" fmla="*/ 0 h 5388329"/>
                  <a:gd name="connsiteX2" fmla="*/ 43900396 w 43900399"/>
                  <a:gd name="connsiteY2" fmla="*/ 2143554 h 5388329"/>
                  <a:gd name="connsiteX3" fmla="*/ 21852497 w 43900399"/>
                  <a:gd name="connsiteY3" fmla="*/ 1381537 h 5388329"/>
                  <a:gd name="connsiteX4" fmla="*/ 20549 w 43900399"/>
                  <a:gd name="connsiteY4" fmla="*/ 5388329 h 5388329"/>
                  <a:gd name="connsiteX5" fmla="*/ 0 w 43900399"/>
                  <a:gd name="connsiteY5" fmla="*/ 0 h 5388329"/>
                  <a:gd name="connsiteX0" fmla="*/ 0 w 43900396"/>
                  <a:gd name="connsiteY0" fmla="*/ 0 h 5388329"/>
                  <a:gd name="connsiteX1" fmla="*/ 43854405 w 43900396"/>
                  <a:gd name="connsiteY1" fmla="*/ 27119 h 5388329"/>
                  <a:gd name="connsiteX2" fmla="*/ 43900396 w 43900396"/>
                  <a:gd name="connsiteY2" fmla="*/ 2143554 h 5388329"/>
                  <a:gd name="connsiteX3" fmla="*/ 21852497 w 43900396"/>
                  <a:gd name="connsiteY3" fmla="*/ 1381537 h 5388329"/>
                  <a:gd name="connsiteX4" fmla="*/ 20549 w 43900396"/>
                  <a:gd name="connsiteY4" fmla="*/ 5388329 h 5388329"/>
                  <a:gd name="connsiteX5" fmla="*/ 0 w 43900396"/>
                  <a:gd name="connsiteY5" fmla="*/ 0 h 5388329"/>
                  <a:gd name="connsiteX0" fmla="*/ 0 w 43900398"/>
                  <a:gd name="connsiteY0" fmla="*/ 0 h 5388329"/>
                  <a:gd name="connsiteX1" fmla="*/ 43900398 w 43900398"/>
                  <a:gd name="connsiteY1" fmla="*/ 6780 h 5388329"/>
                  <a:gd name="connsiteX2" fmla="*/ 43900396 w 43900398"/>
                  <a:gd name="connsiteY2" fmla="*/ 2143554 h 5388329"/>
                  <a:gd name="connsiteX3" fmla="*/ 21852497 w 43900398"/>
                  <a:gd name="connsiteY3" fmla="*/ 1381537 h 5388329"/>
                  <a:gd name="connsiteX4" fmla="*/ 20549 w 43900398"/>
                  <a:gd name="connsiteY4" fmla="*/ 5388329 h 5388329"/>
                  <a:gd name="connsiteX5" fmla="*/ 0 w 43900398"/>
                  <a:gd name="connsiteY5" fmla="*/ 0 h 5388329"/>
                  <a:gd name="connsiteX0" fmla="*/ 0 w 43909598"/>
                  <a:gd name="connsiteY0" fmla="*/ 0 h 5388329"/>
                  <a:gd name="connsiteX1" fmla="*/ 43909598 w 43909598"/>
                  <a:gd name="connsiteY1" fmla="*/ 6780 h 5388329"/>
                  <a:gd name="connsiteX2" fmla="*/ 43900396 w 43909598"/>
                  <a:gd name="connsiteY2" fmla="*/ 2143554 h 5388329"/>
                  <a:gd name="connsiteX3" fmla="*/ 21852497 w 43909598"/>
                  <a:gd name="connsiteY3" fmla="*/ 1381537 h 5388329"/>
                  <a:gd name="connsiteX4" fmla="*/ 20549 w 43909598"/>
                  <a:gd name="connsiteY4" fmla="*/ 5388329 h 5388329"/>
                  <a:gd name="connsiteX5" fmla="*/ 0 w 43909598"/>
                  <a:gd name="connsiteY5" fmla="*/ 0 h 538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909598" h="5388329">
                    <a:moveTo>
                      <a:pt x="0" y="0"/>
                    </a:moveTo>
                    <a:lnTo>
                      <a:pt x="43909598" y="6780"/>
                    </a:lnTo>
                    <a:cubicBezTo>
                      <a:pt x="43909597" y="719038"/>
                      <a:pt x="43900397" y="1431296"/>
                      <a:pt x="43900396" y="2143554"/>
                    </a:cubicBezTo>
                    <a:cubicBezTo>
                      <a:pt x="37284373" y="1358490"/>
                      <a:pt x="29162993" y="845303"/>
                      <a:pt x="21852497" y="1381537"/>
                    </a:cubicBezTo>
                    <a:cubicBezTo>
                      <a:pt x="14542001" y="1917771"/>
                      <a:pt x="6144574" y="2782191"/>
                      <a:pt x="20549" y="5388329"/>
                    </a:cubicBezTo>
                    <a:cubicBezTo>
                      <a:pt x="19609" y="3596409"/>
                      <a:pt x="940" y="1791920"/>
                      <a:pt x="0" y="0"/>
                    </a:cubicBezTo>
                    <a:close/>
                  </a:path>
                </a:pathLst>
              </a:custGeom>
              <a:gradFill flip="none" rotWithShape="1">
                <a:gsLst>
                  <a:gs pos="0">
                    <a:schemeClr val="tx2"/>
                  </a:gs>
                  <a:gs pos="10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noFill/>
                  </a:ln>
                  <a:solidFill>
                    <a:schemeClr val="accent1"/>
                  </a:solidFill>
                </a:endParaRPr>
              </a:p>
            </p:txBody>
          </p:sp>
        </p:grpSp>
      </p:gr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usiness.linkedin.com/talent-solutions" TargetMode="External"/><Relationship Id="rId7" Type="http://schemas.openxmlformats.org/officeDocument/2006/relationships/image" Target="../media/image10.png"/><Relationship Id="rId2" Type="http://schemas.openxmlformats.org/officeDocument/2006/relationships/hyperlink" Target="https://developer.ibm.com/" TargetMode="Externa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40649A-7346-3AF9-6FED-F30EF38CC578}"/>
              </a:ext>
            </a:extLst>
          </p:cNvPr>
          <p:cNvSpPr>
            <a:spLocks noGrp="1"/>
          </p:cNvSpPr>
          <p:nvPr>
            <p:ph type="body" sz="quarter" idx="10"/>
          </p:nvPr>
        </p:nvSpPr>
        <p:spPr>
          <a:xfrm>
            <a:off x="440616" y="4800969"/>
            <a:ext cx="10101856" cy="3766723"/>
          </a:xfrm>
        </p:spPr>
        <p:txBody>
          <a:bodyPr/>
          <a:lstStyle/>
          <a:p>
            <a:r>
              <a:rPr lang="en-US" dirty="0" err="1"/>
              <a:t>NexHireAI</a:t>
            </a:r>
            <a:r>
              <a:rPr lang="en-US" dirty="0"/>
              <a:t> is an AI-driven platform designed to enhance recruitment and career development through adaptive assessments and personalized learning. The system integrates artificial intelligence to generate role-specific skill tests that evaluate candidates objectively. By combining AI-based question generation with hybrid scoring and recruiter analytics, </a:t>
            </a:r>
            <a:r>
              <a:rPr lang="en-US" dirty="0" err="1"/>
              <a:t>NexHireAI</a:t>
            </a:r>
            <a:r>
              <a:rPr lang="en-US" dirty="0"/>
              <a:t> ensures a fair, scalable, and efficient evaluation process. The platform also offers personalized feedback and learning recommendations to help users improve their performance over time. Through ethical and bias-aware algorithms, </a:t>
            </a:r>
            <a:r>
              <a:rPr lang="en-US" dirty="0" err="1"/>
              <a:t>NexHireAI</a:t>
            </a:r>
            <a:r>
              <a:rPr lang="en-US" dirty="0"/>
              <a:t> promotes transparency and equal opportunity in hiring. This project aims to demonstrate how intelligent automation can transform the hiring landscape by making candidate assessment faster, more accurate, and data-driven.</a:t>
            </a:r>
          </a:p>
          <a:p>
            <a:endParaRPr lang="en-US" dirty="0"/>
          </a:p>
        </p:txBody>
      </p:sp>
      <p:sp>
        <p:nvSpPr>
          <p:cNvPr id="3" name="Text Placeholder 2">
            <a:extLst>
              <a:ext uri="{FF2B5EF4-FFF2-40B4-BE49-F238E27FC236}">
                <a16:creationId xmlns:a16="http://schemas.microsoft.com/office/drawing/2014/main" id="{2C636288-7DE0-CF13-3C6E-B3D7265F9B72}"/>
              </a:ext>
            </a:extLst>
          </p:cNvPr>
          <p:cNvSpPr>
            <a:spLocks noGrp="1"/>
          </p:cNvSpPr>
          <p:nvPr>
            <p:ph type="body" sz="quarter" idx="11"/>
          </p:nvPr>
        </p:nvSpPr>
        <p:spPr/>
        <p:txBody>
          <a:bodyPr/>
          <a:lstStyle/>
          <a:p>
            <a:r>
              <a:rPr lang="en-US" dirty="0"/>
              <a:t>ABSTRACT</a:t>
            </a:r>
          </a:p>
        </p:txBody>
      </p:sp>
      <p:sp>
        <p:nvSpPr>
          <p:cNvPr id="4" name="Text Placeholder 3">
            <a:extLst>
              <a:ext uri="{FF2B5EF4-FFF2-40B4-BE49-F238E27FC236}">
                <a16:creationId xmlns:a16="http://schemas.microsoft.com/office/drawing/2014/main" id="{BB3984CC-DE56-E95B-4DD4-AC671FE0474B}"/>
              </a:ext>
            </a:extLst>
          </p:cNvPr>
          <p:cNvSpPr>
            <a:spLocks noGrp="1"/>
          </p:cNvSpPr>
          <p:nvPr>
            <p:ph type="body" sz="quarter" idx="20"/>
          </p:nvPr>
        </p:nvSpPr>
        <p:spPr/>
        <p:txBody>
          <a:bodyPr/>
          <a:lstStyle/>
          <a:p>
            <a:r>
              <a:rPr lang="en-US" dirty="0"/>
              <a:t>OBJECTIVES</a:t>
            </a:r>
          </a:p>
        </p:txBody>
      </p:sp>
      <p:sp>
        <p:nvSpPr>
          <p:cNvPr id="5" name="Text Placeholder 4">
            <a:extLst>
              <a:ext uri="{FF2B5EF4-FFF2-40B4-BE49-F238E27FC236}">
                <a16:creationId xmlns:a16="http://schemas.microsoft.com/office/drawing/2014/main" id="{30D5DE05-077B-4C70-9FBF-182B559CF60A}"/>
              </a:ext>
            </a:extLst>
          </p:cNvPr>
          <p:cNvSpPr>
            <a:spLocks noGrp="1"/>
          </p:cNvSpPr>
          <p:nvPr>
            <p:ph type="body" sz="quarter" idx="25"/>
          </p:nvPr>
        </p:nvSpPr>
        <p:spPr/>
        <p:txBody>
          <a:bodyPr/>
          <a:lstStyle/>
          <a:p>
            <a:r>
              <a:rPr lang="en-US" dirty="0"/>
              <a:t>CONCLUSIONS</a:t>
            </a:r>
          </a:p>
        </p:txBody>
      </p:sp>
      <p:sp>
        <p:nvSpPr>
          <p:cNvPr id="6" name="Text Placeholder 5">
            <a:extLst>
              <a:ext uri="{FF2B5EF4-FFF2-40B4-BE49-F238E27FC236}">
                <a16:creationId xmlns:a16="http://schemas.microsoft.com/office/drawing/2014/main" id="{2A6FDA6C-D9C9-037B-7CAE-5492157489AC}"/>
              </a:ext>
            </a:extLst>
          </p:cNvPr>
          <p:cNvSpPr>
            <a:spLocks noGrp="1"/>
          </p:cNvSpPr>
          <p:nvPr>
            <p:ph type="body" sz="quarter" idx="26"/>
          </p:nvPr>
        </p:nvSpPr>
        <p:spPr>
          <a:xfrm>
            <a:off x="10846594" y="4800969"/>
            <a:ext cx="10093752" cy="7336931"/>
          </a:xfrm>
        </p:spPr>
        <p:txBody>
          <a:bodyPr/>
          <a:lstStyle/>
          <a:p>
            <a:r>
              <a:rPr lang="en-US" dirty="0"/>
              <a:t>The </a:t>
            </a:r>
            <a:r>
              <a:rPr lang="en-US" i="1" dirty="0" err="1"/>
              <a:t>NexHireAI</a:t>
            </a:r>
            <a:r>
              <a:rPr lang="en-US" dirty="0"/>
              <a:t> project successfully demonstrates how artificial intelligence can reshape and modernize the recruitment and skill evaluation process. By integrating adaptive assessments, intelligent scoring mechanisms, and personalized feedback systems, the platform provides a more efficient, data-driven, and transparent approach to candidate evaluation. Unlike traditional recruitment methods that rely heavily on manual screening and subjective judgment, </a:t>
            </a:r>
            <a:r>
              <a:rPr lang="en-US" i="1" dirty="0" err="1"/>
              <a:t>NexHireAI</a:t>
            </a:r>
            <a:r>
              <a:rPr lang="en-US" dirty="0"/>
              <a:t> ensures objectivity, accuracy, and fairness through automation and AI analytics.</a:t>
            </a:r>
          </a:p>
          <a:p>
            <a:r>
              <a:rPr lang="en-US" dirty="0"/>
              <a:t>Throughout the project, the team implemented several AI and machine learning models to dynamically generate assessments, analyze candidate responses, and offer detailed performance insights. The hybrid scoring system helped in maintaining a balanced evaluation by combining human-defined rules with AI decision-making. Additionally, the inclusion of ethical AI ensured that the platform minimized biases and maintained transparency during the entire evaluation process.</a:t>
            </a:r>
          </a:p>
          <a:p>
            <a:r>
              <a:rPr lang="en-US" dirty="0"/>
              <a:t>The platform’s ability to deliver instant analytics and personalized learning recommendations proves its usefulness not only in hiring but also in skill development and training. The system can be easily integrated into academic institutions, job portals, and corporate recruitment systems to support large-scale evaluations.</a:t>
            </a:r>
          </a:p>
          <a:p>
            <a:r>
              <a:rPr lang="en-US" dirty="0"/>
              <a:t>In conclusion, </a:t>
            </a:r>
            <a:r>
              <a:rPr lang="en-US" i="1" dirty="0" err="1"/>
              <a:t>NexHireAI</a:t>
            </a:r>
            <a:r>
              <a:rPr lang="en-US" dirty="0"/>
              <a:t> represents a step toward transforming recruitment into an intelligent, fair, and scalable ecosystem. It reduces the burden on recruiters, empowers candidates with feedback-driven improvement, and promotes equal opportunities through unbiased assessment. With further enhancements in AI explainability, data privacy, and large-scale deployment, this project has the potential to become a vital tool in the future of hiring and career growth.</a:t>
            </a:r>
          </a:p>
          <a:p>
            <a:endParaRPr lang="en-US" dirty="0"/>
          </a:p>
        </p:txBody>
      </p:sp>
      <p:sp>
        <p:nvSpPr>
          <p:cNvPr id="7" name="Text Placeholder 6">
            <a:extLst>
              <a:ext uri="{FF2B5EF4-FFF2-40B4-BE49-F238E27FC236}">
                <a16:creationId xmlns:a16="http://schemas.microsoft.com/office/drawing/2014/main" id="{45DF3403-AA58-4B3A-574B-E924581ABAB8}"/>
              </a:ext>
            </a:extLst>
          </p:cNvPr>
          <p:cNvSpPr>
            <a:spLocks noGrp="1"/>
          </p:cNvSpPr>
          <p:nvPr>
            <p:ph type="body" sz="quarter" idx="27"/>
          </p:nvPr>
        </p:nvSpPr>
        <p:spPr>
          <a:xfrm>
            <a:off x="10846595" y="14027317"/>
            <a:ext cx="10090978" cy="566030"/>
          </a:xfrm>
        </p:spPr>
        <p:txBody>
          <a:bodyPr/>
          <a:lstStyle/>
          <a:p>
            <a:r>
              <a:rPr lang="en-US" dirty="0"/>
              <a:t>REFERENCES</a:t>
            </a:r>
          </a:p>
        </p:txBody>
      </p:sp>
      <p:sp>
        <p:nvSpPr>
          <p:cNvPr id="8" name="Text Placeholder 7">
            <a:extLst>
              <a:ext uri="{FF2B5EF4-FFF2-40B4-BE49-F238E27FC236}">
                <a16:creationId xmlns:a16="http://schemas.microsoft.com/office/drawing/2014/main" id="{C0FBF084-445F-3189-EB01-A5836B4D0EB1}"/>
              </a:ext>
            </a:extLst>
          </p:cNvPr>
          <p:cNvSpPr>
            <a:spLocks noGrp="1"/>
          </p:cNvSpPr>
          <p:nvPr>
            <p:ph type="body" sz="quarter" idx="28"/>
          </p:nvPr>
        </p:nvSpPr>
        <p:spPr>
          <a:xfrm>
            <a:off x="10842726" y="14645640"/>
            <a:ext cx="10094847" cy="7863839"/>
          </a:xfrm>
        </p:spPr>
        <p:txBody>
          <a:bodyPr/>
          <a:lstStyle/>
          <a:p>
            <a:r>
              <a:rPr lang="en-US" dirty="0"/>
              <a:t>Ian Goodfellow, Yoshua Bengio, and Aaron Courville, </a:t>
            </a:r>
            <a:r>
              <a:rPr lang="en-US" i="1" dirty="0"/>
              <a:t>Deep Learning</a:t>
            </a:r>
            <a:r>
              <a:rPr lang="en-US" dirty="0"/>
              <a:t>, MIT Press, 2016.</a:t>
            </a:r>
          </a:p>
          <a:p>
            <a:r>
              <a:rPr lang="en-US" dirty="0"/>
              <a:t>Andrew Ng, </a:t>
            </a:r>
            <a:r>
              <a:rPr lang="en-US" i="1" dirty="0"/>
              <a:t>Machine Learning Yearning</a:t>
            </a:r>
            <a:r>
              <a:rPr lang="en-US" dirty="0"/>
              <a:t>, deeplearning.ai Publications, 2018.</a:t>
            </a:r>
          </a:p>
          <a:p>
            <a:r>
              <a:rPr lang="en-US" dirty="0"/>
              <a:t>Stuart Russell and Peter Norvig, </a:t>
            </a:r>
            <a:r>
              <a:rPr lang="en-US" i="1" dirty="0"/>
              <a:t>Artificial Intelligence: A Modern Approach</a:t>
            </a:r>
            <a:r>
              <a:rPr lang="en-US" dirty="0"/>
              <a:t>, Pearson Education, 4th Edition, 2021.</a:t>
            </a:r>
          </a:p>
          <a:p>
            <a:r>
              <a:rPr lang="en-US" dirty="0"/>
              <a:t>Tom M. Mitchell, </a:t>
            </a:r>
            <a:r>
              <a:rPr lang="en-US" i="1" dirty="0"/>
              <a:t>Machine Learning</a:t>
            </a:r>
            <a:r>
              <a:rPr lang="en-US" dirty="0"/>
              <a:t>, McGraw-Hill Education, 1997.</a:t>
            </a:r>
          </a:p>
          <a:p>
            <a:r>
              <a:rPr lang="en-US" dirty="0"/>
              <a:t>Pedro Domingos, </a:t>
            </a:r>
            <a:r>
              <a:rPr lang="en-US" i="1" dirty="0"/>
              <a:t>The Master Algorithm: How the Quest for the Ultimate Learning Machine Will Remake Our World</a:t>
            </a:r>
            <a:r>
              <a:rPr lang="en-US" dirty="0"/>
              <a:t>, Basic Books, 2015.</a:t>
            </a:r>
          </a:p>
          <a:p>
            <a:r>
              <a:rPr lang="en-US" dirty="0"/>
              <a:t>Daniel Kahneman, Olivier Sibony, and Cass R. Sunstein, </a:t>
            </a:r>
            <a:r>
              <a:rPr lang="en-US" i="1" dirty="0"/>
              <a:t>Noise: A Flaw in Human Judgment</a:t>
            </a:r>
            <a:r>
              <a:rPr lang="en-US" dirty="0"/>
              <a:t>, Little, Brown Spark, 2021.</a:t>
            </a:r>
          </a:p>
          <a:p>
            <a:r>
              <a:rPr lang="en-US" dirty="0"/>
              <a:t>R. K. Pathak, P. Singh, and A. Sharma, “AI in Recruitment: An Overview of Tools and Ethical Considerations,” </a:t>
            </a:r>
            <a:r>
              <a:rPr lang="en-US" i="1" dirty="0"/>
              <a:t>International Journal of Artificial Intelligence and Applications</a:t>
            </a:r>
            <a:r>
              <a:rPr lang="en-US" dirty="0"/>
              <a:t>, vol. 13, no. 2, pp. 45–52, 2023.</a:t>
            </a:r>
          </a:p>
          <a:p>
            <a:r>
              <a:rPr lang="en-US" dirty="0"/>
              <a:t>S. Verma and T. Dutta, “Artificial Intelligence in Hiring: The Future of Data-Driven Recruitment,” </a:t>
            </a:r>
            <a:r>
              <a:rPr lang="en-US" i="1" dirty="0"/>
              <a:t>Journal of Human Resource and Sustainability Studies</a:t>
            </a:r>
            <a:r>
              <a:rPr lang="en-US" dirty="0"/>
              <a:t>, vol. 9, no. 4, pp. 180–191, 2022.</a:t>
            </a:r>
          </a:p>
          <a:p>
            <a:r>
              <a:rPr lang="en-US" dirty="0"/>
              <a:t>IBM Research, “Ethical AI and Fairness in Machine Learning Systems,” IBM Developer, 2023. Available at: </a:t>
            </a:r>
            <a:r>
              <a:rPr lang="en-US" dirty="0">
                <a:hlinkClick r:id="rId2"/>
              </a:rPr>
              <a:t>https://developer.ibm.com</a:t>
            </a:r>
            <a:endParaRPr lang="en-US" dirty="0"/>
          </a:p>
          <a:p>
            <a:r>
              <a:rPr lang="en-US" dirty="0"/>
              <a:t>Google AI, “Responsible AI Practices for Model Transparency,” Google Research, 2023. Available at: https://ai.google/responsibility/</a:t>
            </a:r>
          </a:p>
          <a:p>
            <a:r>
              <a:rPr lang="en-US" dirty="0"/>
              <a:t>LinkedIn Talent Solutions, “How AI is Transforming the Future of Hiring,” </a:t>
            </a:r>
            <a:r>
              <a:rPr lang="en-US" i="1" dirty="0"/>
              <a:t>LinkedIn Reports</a:t>
            </a:r>
            <a:r>
              <a:rPr lang="en-US" dirty="0"/>
              <a:t>, 2024. Available at: </a:t>
            </a:r>
            <a:r>
              <a:rPr lang="en-US" dirty="0">
                <a:hlinkClick r:id="rId3"/>
              </a:rPr>
              <a:t>https://business.linkedin.com/talent-solutions</a:t>
            </a:r>
            <a:endParaRPr lang="en-US" dirty="0"/>
          </a:p>
          <a:p>
            <a:r>
              <a:rPr lang="en-US" dirty="0"/>
              <a:t>OpenAI Research Team, “Applications of Generative AI in Workforce Optimization,” </a:t>
            </a:r>
            <a:r>
              <a:rPr lang="en-US" i="1" dirty="0"/>
              <a:t>OpenAI Technical Reports</a:t>
            </a:r>
            <a:r>
              <a:rPr lang="en-US" dirty="0"/>
              <a:t>, 2024.</a:t>
            </a:r>
          </a:p>
          <a:p>
            <a:endParaRPr lang="en-US" dirty="0"/>
          </a:p>
        </p:txBody>
      </p:sp>
      <p:sp>
        <p:nvSpPr>
          <p:cNvPr id="9" name="Text Placeholder 8">
            <a:extLst>
              <a:ext uri="{FF2B5EF4-FFF2-40B4-BE49-F238E27FC236}">
                <a16:creationId xmlns:a16="http://schemas.microsoft.com/office/drawing/2014/main" id="{81792098-490E-58B1-3574-FCF7A3E39054}"/>
              </a:ext>
            </a:extLst>
          </p:cNvPr>
          <p:cNvSpPr>
            <a:spLocks noGrp="1"/>
          </p:cNvSpPr>
          <p:nvPr>
            <p:ph type="body" sz="quarter" idx="29"/>
          </p:nvPr>
        </p:nvSpPr>
        <p:spPr/>
        <p:txBody>
          <a:bodyPr/>
          <a:lstStyle/>
          <a:p>
            <a:r>
              <a:rPr lang="en-IN" dirty="0"/>
              <a:t>ACKNOWLEDGEMENT</a:t>
            </a:r>
            <a:endParaRPr lang="en-US" dirty="0"/>
          </a:p>
        </p:txBody>
      </p:sp>
      <p:sp>
        <p:nvSpPr>
          <p:cNvPr id="10" name="Text Placeholder 9">
            <a:extLst>
              <a:ext uri="{FF2B5EF4-FFF2-40B4-BE49-F238E27FC236}">
                <a16:creationId xmlns:a16="http://schemas.microsoft.com/office/drawing/2014/main" id="{E6C8142B-F474-A243-5C90-EBDA8AEAFD1F}"/>
              </a:ext>
            </a:extLst>
          </p:cNvPr>
          <p:cNvSpPr>
            <a:spLocks noGrp="1"/>
          </p:cNvSpPr>
          <p:nvPr>
            <p:ph type="body" sz="quarter" idx="30"/>
          </p:nvPr>
        </p:nvSpPr>
        <p:spPr>
          <a:xfrm>
            <a:off x="10846595" y="23343627"/>
            <a:ext cx="10090978" cy="4197610"/>
          </a:xfrm>
        </p:spPr>
        <p:txBody>
          <a:bodyPr/>
          <a:lstStyle/>
          <a:p>
            <a:r>
              <a:rPr lang="en-US" dirty="0"/>
              <a:t>We would like to express our sincere gratitude to </a:t>
            </a:r>
            <a:r>
              <a:rPr lang="en-US" b="1" dirty="0"/>
              <a:t>Dr. </a:t>
            </a:r>
            <a:r>
              <a:rPr lang="en-US" b="1" dirty="0" err="1"/>
              <a:t>Bediga</a:t>
            </a:r>
            <a:r>
              <a:rPr lang="en-US" b="1" dirty="0"/>
              <a:t> Sharan</a:t>
            </a:r>
            <a:r>
              <a:rPr lang="en-US" dirty="0"/>
              <a:t>, our project guide, for his continuous guidance, encouragement, and valuable suggestions throughout the development of </a:t>
            </a:r>
            <a:r>
              <a:rPr lang="en-US" i="1" dirty="0" err="1"/>
              <a:t>NexHireAI</a:t>
            </a:r>
            <a:r>
              <a:rPr lang="en-US" dirty="0"/>
              <a:t>. His expertise and support were instrumental in shaping this project into its final form.</a:t>
            </a:r>
          </a:p>
          <a:p>
            <a:r>
              <a:rPr lang="en-US" dirty="0"/>
              <a:t>Our heartfelt appreciation goes to our </a:t>
            </a:r>
            <a:r>
              <a:rPr lang="en-US" b="1" dirty="0"/>
              <a:t>faculty members</a:t>
            </a:r>
            <a:r>
              <a:rPr lang="en-US" dirty="0"/>
              <a:t>, </a:t>
            </a:r>
            <a:r>
              <a:rPr lang="en-US" b="1" dirty="0"/>
              <a:t>friends</a:t>
            </a:r>
            <a:r>
              <a:rPr lang="en-US" dirty="0"/>
              <a:t>, and </a:t>
            </a:r>
            <a:r>
              <a:rPr lang="en-US" b="1" dirty="0"/>
              <a:t>classmates</a:t>
            </a:r>
            <a:r>
              <a:rPr lang="en-US" dirty="0"/>
              <a:t> for their cooperation, motivation, and valuable feedback during various stages of the project.</a:t>
            </a:r>
          </a:p>
          <a:p>
            <a:r>
              <a:rPr lang="en-US" b="1"/>
              <a:t>- </a:t>
            </a:r>
            <a:r>
              <a:rPr lang="en-US" b="1" dirty="0"/>
              <a:t>Team </a:t>
            </a:r>
            <a:r>
              <a:rPr lang="en-US" b="1" dirty="0" err="1"/>
              <a:t>NexHireAI</a:t>
            </a:r>
            <a:br>
              <a:rPr lang="en-US" dirty="0"/>
            </a:br>
            <a:r>
              <a:rPr lang="en-US" dirty="0"/>
              <a:t>Rohith Macharla — 2203A52157</a:t>
            </a:r>
            <a:br>
              <a:rPr lang="en-US" dirty="0"/>
            </a:br>
            <a:r>
              <a:rPr lang="en-US" dirty="0" err="1"/>
              <a:t>Akhilananda</a:t>
            </a:r>
            <a:r>
              <a:rPr lang="en-US" dirty="0"/>
              <a:t> Teja Sanga — 2203A52173</a:t>
            </a:r>
            <a:br>
              <a:rPr lang="en-US" dirty="0"/>
            </a:br>
            <a:r>
              <a:rPr lang="en-US" dirty="0"/>
              <a:t>Kailash Satkuri — 2203A52174</a:t>
            </a:r>
            <a:br>
              <a:rPr lang="en-US" dirty="0"/>
            </a:br>
            <a:r>
              <a:rPr lang="en-US" dirty="0"/>
              <a:t>Sai Sruthi </a:t>
            </a:r>
            <a:r>
              <a:rPr lang="en-US" dirty="0" err="1"/>
              <a:t>Kunduru</a:t>
            </a:r>
            <a:r>
              <a:rPr lang="en-US" dirty="0"/>
              <a:t> — 2203A52156</a:t>
            </a:r>
          </a:p>
          <a:p>
            <a:endParaRPr lang="en-US" dirty="0"/>
          </a:p>
        </p:txBody>
      </p:sp>
      <p:sp>
        <p:nvSpPr>
          <p:cNvPr id="11" name="Text Placeholder 10">
            <a:extLst>
              <a:ext uri="{FF2B5EF4-FFF2-40B4-BE49-F238E27FC236}">
                <a16:creationId xmlns:a16="http://schemas.microsoft.com/office/drawing/2014/main" id="{57E3A75E-64B6-AD79-5A36-09C8E7C7CD78}"/>
              </a:ext>
            </a:extLst>
          </p:cNvPr>
          <p:cNvSpPr>
            <a:spLocks noGrp="1"/>
          </p:cNvSpPr>
          <p:nvPr>
            <p:ph type="body" sz="quarter" idx="96"/>
          </p:nvPr>
        </p:nvSpPr>
        <p:spPr>
          <a:xfrm>
            <a:off x="440616" y="12784644"/>
            <a:ext cx="10102728" cy="12569132"/>
          </a:xfrm>
        </p:spPr>
        <p:txBody>
          <a:bodyPr/>
          <a:lstStyle/>
          <a:p>
            <a:r>
              <a:rPr lang="en-US" dirty="0"/>
              <a:t>The primary objective of the </a:t>
            </a:r>
            <a:r>
              <a:rPr lang="en-US" i="1" dirty="0" err="1"/>
              <a:t>NexHireAI</a:t>
            </a:r>
            <a:r>
              <a:rPr lang="en-US" dirty="0"/>
              <a:t> project is to design and develop an intelligent, AI-driven recruitment and skill evaluation system that bridges the gap between candidates’ potential and recruiters’ expectations. The project aims to revolutionize the hiring process by integrating adaptive assessments, performance analytics, and ethical artificial intelligence to ensure fairness, efficiency, and transparency in candidate evaluation.</a:t>
            </a:r>
          </a:p>
          <a:p>
            <a:r>
              <a:rPr lang="en-US" dirty="0"/>
              <a:t>In today’s fast-paced job market, recruiters face challenges such as manual screening, subjective bias, and limited scalability in evaluating large numbers of applicants. </a:t>
            </a:r>
            <a:r>
              <a:rPr lang="en-US" i="1" dirty="0" err="1"/>
              <a:t>NexHireAI</a:t>
            </a:r>
            <a:r>
              <a:rPr lang="en-US" dirty="0"/>
              <a:t> addresses these challenges by leveraging AI algorithms that dynamically generate assessments based on job roles, skill categories, and performance history. The system ensures that every candidate receives a fair and data-driven evaluation while also benefiting from personalized learning recommendations to enhance their skills.</a:t>
            </a:r>
          </a:p>
          <a:p>
            <a:r>
              <a:rPr lang="en-US" dirty="0"/>
              <a:t>Through this project, the team seeks to create a complete ecosystem where both recruiters and candidates gain measurable benefits — recruiters through faster, data-backed decisions, and candidates through transparent, adaptive feedback.</a:t>
            </a:r>
          </a:p>
          <a:p>
            <a:r>
              <a:rPr lang="en-US" b="1" dirty="0"/>
              <a:t>Specific Objectives</a:t>
            </a:r>
          </a:p>
          <a:p>
            <a:r>
              <a:rPr lang="en-US" b="1" dirty="0"/>
              <a:t>To develop an AI-powered adaptive assessment system</a:t>
            </a:r>
            <a:r>
              <a:rPr lang="en-US" dirty="0"/>
              <a:t> capable of automatically generating and evaluating questions according to the candidate’s performance level and job role requirements.</a:t>
            </a:r>
          </a:p>
          <a:p>
            <a:r>
              <a:rPr lang="en-US" b="1" dirty="0"/>
              <a:t>To design a hybrid scoring mechanism</a:t>
            </a:r>
            <a:r>
              <a:rPr lang="en-US" dirty="0"/>
              <a:t> that integrates both rule-based logic and machine learning models for balanced, objective evaluations across multiple skill areas.</a:t>
            </a:r>
          </a:p>
          <a:p>
            <a:r>
              <a:rPr lang="en-US" b="1" dirty="0"/>
              <a:t>To enhance the recruitment experience</a:t>
            </a:r>
            <a:r>
              <a:rPr lang="en-US" dirty="0"/>
              <a:t> by providing real-time analytics dashboards for recruiters, displaying candidate progress, ranking, and comparative performance metrics.</a:t>
            </a:r>
          </a:p>
          <a:p>
            <a:r>
              <a:rPr lang="en-US" b="1" dirty="0"/>
              <a:t>To support continuous learning and improvement</a:t>
            </a:r>
            <a:r>
              <a:rPr lang="en-US" dirty="0"/>
              <a:t> by generating personalized feedback reports and tailored learning resources based on individual weaknesses and strengths.</a:t>
            </a:r>
          </a:p>
          <a:p>
            <a:r>
              <a:rPr lang="en-US" b="1" dirty="0"/>
              <a:t>To ensure fairness and inclusivity in hiring</a:t>
            </a:r>
            <a:r>
              <a:rPr lang="en-US" dirty="0"/>
              <a:t> by implementing bias-detection and mitigation algorithms that promote equal opportunities for all candidates.</a:t>
            </a:r>
          </a:p>
          <a:p>
            <a:r>
              <a:rPr lang="en-US" b="1" dirty="0"/>
              <a:t>To reduce evaluation time and human intervention</a:t>
            </a:r>
            <a:r>
              <a:rPr lang="en-US" dirty="0"/>
              <a:t> through automation, thereby increasing recruitment efficiency and minimizing errors in candidate screening.</a:t>
            </a:r>
          </a:p>
          <a:p>
            <a:r>
              <a:rPr lang="en-US" b="1" dirty="0"/>
              <a:t>To integrate a secure and scalable architecture</a:t>
            </a:r>
            <a:r>
              <a:rPr lang="en-US" dirty="0"/>
              <a:t> that supports large datasets, concurrent user access, and data privacy compliance.</a:t>
            </a:r>
          </a:p>
          <a:p>
            <a:r>
              <a:rPr lang="en-US" b="1" dirty="0"/>
              <a:t>To explore AI ethics in recruitment</a:t>
            </a:r>
            <a:r>
              <a:rPr lang="en-US" dirty="0"/>
              <a:t> by studying the implications of algorithmic decisions and ensuring transparency in evaluation results.</a:t>
            </a:r>
          </a:p>
          <a:p>
            <a:r>
              <a:rPr lang="en-US" b="1" dirty="0"/>
              <a:t>To demonstrate the real-world applicability</a:t>
            </a:r>
            <a:r>
              <a:rPr lang="en-US" dirty="0"/>
              <a:t> of </a:t>
            </a:r>
            <a:r>
              <a:rPr lang="en-US" dirty="0" err="1"/>
              <a:t>NexHireAI</a:t>
            </a:r>
            <a:r>
              <a:rPr lang="en-US" dirty="0"/>
              <a:t> through prototype testing, performance benchmarking, and validation against traditional hiring methods.</a:t>
            </a:r>
          </a:p>
          <a:p>
            <a:r>
              <a:rPr lang="en-US" b="1" dirty="0"/>
              <a:t>To contribute to future-ready workforce development</a:t>
            </a:r>
            <a:r>
              <a:rPr lang="en-US" dirty="0"/>
              <a:t> by aligning AI assessment outcomes with emerging job market trends and industry skill demands.</a:t>
            </a:r>
          </a:p>
          <a:p>
            <a:endParaRPr lang="en-US" dirty="0"/>
          </a:p>
        </p:txBody>
      </p:sp>
      <p:sp>
        <p:nvSpPr>
          <p:cNvPr id="12" name="Text Placeholder 11">
            <a:extLst>
              <a:ext uri="{FF2B5EF4-FFF2-40B4-BE49-F238E27FC236}">
                <a16:creationId xmlns:a16="http://schemas.microsoft.com/office/drawing/2014/main" id="{8C5AE090-17A2-348C-F9AB-3BD42B9B236D}"/>
              </a:ext>
            </a:extLst>
          </p:cNvPr>
          <p:cNvSpPr>
            <a:spLocks noGrp="1"/>
          </p:cNvSpPr>
          <p:nvPr>
            <p:ph type="body" sz="quarter" idx="150"/>
          </p:nvPr>
        </p:nvSpPr>
        <p:spPr>
          <a:xfrm>
            <a:off x="2890078" y="2670936"/>
            <a:ext cx="15608232" cy="609214"/>
          </a:xfrm>
        </p:spPr>
        <p:txBody>
          <a:bodyPr/>
          <a:lstStyle/>
          <a:p>
            <a:r>
              <a:rPr lang="en-IN" dirty="0"/>
              <a:t>SR University School of CS&amp;AI,</a:t>
            </a:r>
            <a:r>
              <a:rPr lang="en-US" dirty="0"/>
              <a:t> Under the guidance of Dr. B. Sharan, Faculty Mentor</a:t>
            </a:r>
            <a:r>
              <a:rPr lang="en-IN" dirty="0"/>
              <a:t> </a:t>
            </a:r>
            <a:endParaRPr lang="en-US" dirty="0"/>
          </a:p>
        </p:txBody>
      </p:sp>
      <p:sp>
        <p:nvSpPr>
          <p:cNvPr id="13" name="Text Placeholder 12">
            <a:extLst>
              <a:ext uri="{FF2B5EF4-FFF2-40B4-BE49-F238E27FC236}">
                <a16:creationId xmlns:a16="http://schemas.microsoft.com/office/drawing/2014/main" id="{EDB2C96C-4F99-7CF9-07C1-59B8A4C70625}"/>
              </a:ext>
            </a:extLst>
          </p:cNvPr>
          <p:cNvSpPr>
            <a:spLocks noGrp="1"/>
          </p:cNvSpPr>
          <p:nvPr>
            <p:ph type="body" sz="quarter" idx="151"/>
          </p:nvPr>
        </p:nvSpPr>
        <p:spPr>
          <a:xfrm>
            <a:off x="2890077" y="1640684"/>
            <a:ext cx="15913737" cy="1132434"/>
          </a:xfrm>
        </p:spPr>
        <p:txBody>
          <a:bodyPr/>
          <a:lstStyle/>
          <a:p>
            <a:r>
              <a:rPr lang="en-IN" sz="3500" dirty="0"/>
              <a:t>2203A52157 Rohith Macharla, 2203A52173 </a:t>
            </a:r>
            <a:r>
              <a:rPr lang="en-IN" sz="3500" dirty="0" err="1"/>
              <a:t>Akhilananda</a:t>
            </a:r>
            <a:r>
              <a:rPr lang="en-IN" sz="3500" dirty="0"/>
              <a:t> Teja Sanga, 2203A52174 Kailash Satkuri, 2203A52156 Sai Sruthi </a:t>
            </a:r>
            <a:r>
              <a:rPr lang="en-IN" sz="3500" dirty="0" err="1"/>
              <a:t>Kunduru</a:t>
            </a:r>
            <a:endParaRPr lang="en-US" sz="3500" dirty="0"/>
          </a:p>
        </p:txBody>
      </p:sp>
      <p:sp>
        <p:nvSpPr>
          <p:cNvPr id="14" name="Text Placeholder 13">
            <a:extLst>
              <a:ext uri="{FF2B5EF4-FFF2-40B4-BE49-F238E27FC236}">
                <a16:creationId xmlns:a16="http://schemas.microsoft.com/office/drawing/2014/main" id="{5060D7BA-37AD-B8DB-EC11-EB5FBDC01A60}"/>
              </a:ext>
            </a:extLst>
          </p:cNvPr>
          <p:cNvSpPr>
            <a:spLocks noGrp="1"/>
          </p:cNvSpPr>
          <p:nvPr>
            <p:ph type="body" sz="quarter" idx="153"/>
          </p:nvPr>
        </p:nvSpPr>
        <p:spPr/>
        <p:txBody>
          <a:bodyPr/>
          <a:lstStyle/>
          <a:p>
            <a:r>
              <a:rPr lang="en-US" dirty="0"/>
              <a:t>NEXTHIRE AI</a:t>
            </a:r>
          </a:p>
        </p:txBody>
      </p:sp>
      <p:pic>
        <p:nvPicPr>
          <p:cNvPr id="20" name="Picture 19">
            <a:extLst>
              <a:ext uri="{FF2B5EF4-FFF2-40B4-BE49-F238E27FC236}">
                <a16:creationId xmlns:a16="http://schemas.microsoft.com/office/drawing/2014/main" id="{0F3180C7-496E-8E55-5BFD-8A6F42956A05}"/>
              </a:ext>
            </a:extLst>
          </p:cNvPr>
          <p:cNvPicPr>
            <a:picLocks noChangeAspect="1"/>
          </p:cNvPicPr>
          <p:nvPr/>
        </p:nvPicPr>
        <p:blipFill>
          <a:blip r:embed="rId4"/>
          <a:stretch>
            <a:fillRect/>
          </a:stretch>
        </p:blipFill>
        <p:spPr>
          <a:xfrm>
            <a:off x="2990347" y="25001725"/>
            <a:ext cx="5300213" cy="3322435"/>
          </a:xfrm>
          <a:prstGeom prst="rect">
            <a:avLst/>
          </a:prstGeom>
        </p:spPr>
      </p:pic>
      <p:pic>
        <p:nvPicPr>
          <p:cNvPr id="22" name="Picture 21">
            <a:extLst>
              <a:ext uri="{FF2B5EF4-FFF2-40B4-BE49-F238E27FC236}">
                <a16:creationId xmlns:a16="http://schemas.microsoft.com/office/drawing/2014/main" id="{07FE5B52-F75D-57FD-ED3B-12492828F938}"/>
              </a:ext>
            </a:extLst>
          </p:cNvPr>
          <p:cNvPicPr>
            <a:picLocks noChangeAspect="1"/>
          </p:cNvPicPr>
          <p:nvPr/>
        </p:nvPicPr>
        <p:blipFill>
          <a:blip r:embed="rId5"/>
          <a:stretch>
            <a:fillRect/>
          </a:stretch>
        </p:blipFill>
        <p:spPr>
          <a:xfrm>
            <a:off x="13422900" y="11747066"/>
            <a:ext cx="4492419" cy="2163573"/>
          </a:xfrm>
          <a:prstGeom prst="rect">
            <a:avLst/>
          </a:prstGeom>
        </p:spPr>
      </p:pic>
      <p:pic>
        <p:nvPicPr>
          <p:cNvPr id="24" name="Picture 23">
            <a:extLst>
              <a:ext uri="{FF2B5EF4-FFF2-40B4-BE49-F238E27FC236}">
                <a16:creationId xmlns:a16="http://schemas.microsoft.com/office/drawing/2014/main" id="{3A263B2A-55AF-7F4B-8951-5C70C4D1261B}"/>
              </a:ext>
            </a:extLst>
          </p:cNvPr>
          <p:cNvPicPr>
            <a:picLocks noChangeAspect="1"/>
          </p:cNvPicPr>
          <p:nvPr/>
        </p:nvPicPr>
        <p:blipFill>
          <a:blip r:embed="rId6"/>
          <a:stretch>
            <a:fillRect/>
          </a:stretch>
        </p:blipFill>
        <p:spPr>
          <a:xfrm>
            <a:off x="2590800" y="8273395"/>
            <a:ext cx="5699760" cy="3667637"/>
          </a:xfrm>
          <a:prstGeom prst="rect">
            <a:avLst/>
          </a:prstGeom>
        </p:spPr>
      </p:pic>
      <p:sp>
        <p:nvSpPr>
          <p:cNvPr id="15" name="Oval 14">
            <a:extLst>
              <a:ext uri="{FF2B5EF4-FFF2-40B4-BE49-F238E27FC236}">
                <a16:creationId xmlns:a16="http://schemas.microsoft.com/office/drawing/2014/main" id="{BA200C9F-16D9-BCBA-BFC0-AA78B1E0B668}"/>
              </a:ext>
            </a:extLst>
          </p:cNvPr>
          <p:cNvSpPr/>
          <p:nvPr/>
        </p:nvSpPr>
        <p:spPr>
          <a:xfrm>
            <a:off x="-82419" y="1310640"/>
            <a:ext cx="2727524" cy="1969510"/>
          </a:xfrm>
          <a:prstGeom prst="ellipse">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23" name="Oval 22">
            <a:extLst>
              <a:ext uri="{FF2B5EF4-FFF2-40B4-BE49-F238E27FC236}">
                <a16:creationId xmlns:a16="http://schemas.microsoft.com/office/drawing/2014/main" id="{9C40AF5F-CF0C-2811-B1EA-CD4058FC8996}"/>
              </a:ext>
            </a:extLst>
          </p:cNvPr>
          <p:cNvSpPr/>
          <p:nvPr/>
        </p:nvSpPr>
        <p:spPr>
          <a:xfrm>
            <a:off x="85222" y="0"/>
            <a:ext cx="2990347" cy="1799294"/>
          </a:xfrm>
          <a:prstGeom prst="ellipse">
            <a:avLst/>
          </a:prstGeom>
          <a:solidFill>
            <a:schemeClr val="bg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32" name="Picture 8" descr="A blue and black logo">
            <a:extLst>
              <a:ext uri="{FF2B5EF4-FFF2-40B4-BE49-F238E27FC236}">
                <a16:creationId xmlns:a16="http://schemas.microsoft.com/office/drawing/2014/main" id="{B6CA8B97-0427-053C-4B9C-D157690604F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9904" y="411538"/>
            <a:ext cx="2225201" cy="875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2014"/>
      </p:ext>
    </p:extLst>
  </p:cSld>
  <p:clrMapOvr>
    <a:masterClrMapping/>
  </p:clrMapOvr>
</p:sld>
</file>

<file path=ppt/theme/theme1.xml><?xml version="1.0" encoding="utf-8"?>
<a:theme xmlns:a="http://schemas.openxmlformats.org/drawingml/2006/main" name="PosterPresentations.com-100CMx140C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234</TotalTime>
  <Words>1245</Words>
  <Application>Microsoft Office PowerPoint</Application>
  <PresentationFormat>Custom</PresentationFormat>
  <Paragraphs>42</Paragraphs>
  <Slides>1</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vt:i4>
      </vt:variant>
    </vt:vector>
  </HeadingPairs>
  <TitlesOfParts>
    <vt:vector size="9" baseType="lpstr">
      <vt:lpstr>Arial</vt:lpstr>
      <vt:lpstr>Arial Black</vt:lpstr>
      <vt:lpstr>Calibri</vt:lpstr>
      <vt:lpstr>Times New Roman</vt:lpstr>
      <vt:lpstr>Trebuchet MS</vt:lpstr>
      <vt:lpstr>PosterPresentations.com-100CMx140CM</vt:lpstr>
      <vt:lpstr>Without Quick Guides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kailash</dc:creator>
  <cp:keywords>dell</cp:keywords>
  <dc:description>This template is the property of PosterPresentations.com. Call us if you need help with this poster template._x000d_
1-866-649-3004           _x000d_
 (c)PosterPresentations.com</dc:description>
  <cp:lastModifiedBy>KAILASH 𝕾𝖆𝖙𝖐𝖚𝖗𝖎</cp:lastModifiedBy>
  <cp:revision>37</cp:revision>
  <cp:lastPrinted>2025-11-26T15:34:54Z</cp:lastPrinted>
  <dcterms:created xsi:type="dcterms:W3CDTF">2012-02-10T00:21:22Z</dcterms:created>
  <dcterms:modified xsi:type="dcterms:W3CDTF">2025-11-26T15:36:05Z</dcterms:modified>
</cp:coreProperties>
</file>